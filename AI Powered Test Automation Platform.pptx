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342" r:id="rId5"/>
    <p:sldId id="2147483606" r:id="rId6"/>
    <p:sldId id="2147483603" r:id="rId7"/>
    <p:sldId id="2147483605" r:id="rId8"/>
    <p:sldId id="21474836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 in MMB/ACE Integration Projects" id="{D53B29DC-E10F-43E7-9514-FA0F5492008B}">
          <p14:sldIdLst>
            <p14:sldId id="342"/>
            <p14:sldId id="2147483606"/>
            <p14:sldId id="2147483603"/>
            <p14:sldId id="2147483605"/>
            <p14:sldId id="214748360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2E4"/>
    <a:srgbClr val="065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ACA36-D134-976A-BC2A-D36912AFC972}" v="417" dt="2026-08-21T13:56:00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38C41-40D8-4654-A888-A45E0A95617B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702E8-4C05-4275-85C7-204CC5EB7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0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hyperlink" Target="https://www.youtube.com/user/tatatechnologies" TargetMode="External"/><Relationship Id="rId3" Type="http://schemas.openxmlformats.org/officeDocument/2006/relationships/image" Target="../media/image11.svg"/><Relationship Id="rId7" Type="http://schemas.openxmlformats.org/officeDocument/2006/relationships/image" Target="../media/image1.png"/><Relationship Id="rId12" Type="http://schemas.openxmlformats.org/officeDocument/2006/relationships/hyperlink" Target="https://twitter.com/tatatech_news?s=11&amp;t=fgv6pWVIZCV4O0Z1gAQ2kQ" TargetMode="External"/><Relationship Id="rId17" Type="http://schemas.openxmlformats.org/officeDocument/2006/relationships/image" Target="../media/image15.svg"/><Relationship Id="rId2" Type="http://schemas.openxmlformats.org/officeDocument/2006/relationships/image" Target="../media/image10.svg"/><Relationship Id="rId16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11" Type="http://schemas.openxmlformats.org/officeDocument/2006/relationships/hyperlink" Target="https://www.instagram.com/tatatechnologies/" TargetMode="External"/><Relationship Id="rId5" Type="http://schemas.openxmlformats.org/officeDocument/2006/relationships/image" Target="../media/image13.png"/><Relationship Id="rId15" Type="http://schemas.openxmlformats.org/officeDocument/2006/relationships/image" Target="../media/image3.png"/><Relationship Id="rId10" Type="http://schemas.openxmlformats.org/officeDocument/2006/relationships/hyperlink" Target="https://www.linkedin.com/company/tata-technologies" TargetMode="External"/><Relationship Id="rId4" Type="http://schemas.openxmlformats.org/officeDocument/2006/relationships/image" Target="../media/image12.svg"/><Relationship Id="rId9" Type="http://schemas.openxmlformats.org/officeDocument/2006/relationships/hyperlink" Target="http://tatatechnologies.com/" TargetMode="External"/><Relationship Id="rId14" Type="http://schemas.openxmlformats.org/officeDocument/2006/relationships/hyperlink" Target="https://www.facebook.com/TataTechnologies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6.png"/><Relationship Id="rId7" Type="http://schemas.openxmlformats.org/officeDocument/2006/relationships/image" Target="../media/image1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8.png"/><Relationship Id="rId10" Type="http://schemas.openxmlformats.org/officeDocument/2006/relationships/image" Target="../media/image20.emf"/><Relationship Id="rId4" Type="http://schemas.openxmlformats.org/officeDocument/2006/relationships/image" Target="../media/image7.svg"/><Relationship Id="rId9" Type="http://schemas.openxmlformats.org/officeDocument/2006/relationships/image" Target="../media/image1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6.png"/><Relationship Id="rId7" Type="http://schemas.openxmlformats.org/officeDocument/2006/relationships/image" Target="../media/image1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8.png"/><Relationship Id="rId10" Type="http://schemas.openxmlformats.org/officeDocument/2006/relationships/image" Target="../media/image20.emf"/><Relationship Id="rId4" Type="http://schemas.openxmlformats.org/officeDocument/2006/relationships/image" Target="../media/image7.svg"/><Relationship Id="rId9" Type="http://schemas.openxmlformats.org/officeDocument/2006/relationships/image" Target="../media/image1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E88D6-6F99-F991-941B-FB1827EE2F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AEC0FB4-4714-D8D3-BD04-714B6A38642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06D9E6CE-B514-1C65-78C1-F908785E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216548-B169-884F-2FA3-033A06ED7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87.Blank blueHeader" descr="Classification: Confidential">
            <a:extLst>
              <a:ext uri="{FF2B5EF4-FFF2-40B4-BE49-F238E27FC236}">
                <a16:creationId xmlns:a16="http://schemas.microsoft.com/office/drawing/2014/main" id="{E4DD4E47-80A7-4356-B70F-61EE16C6B71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20" name="hcSlideMaster78.Blank blueHeader" descr="Classification: Internal">
            <a:extLst>
              <a:ext uri="{FF2B5EF4-FFF2-40B4-BE49-F238E27FC236}">
                <a16:creationId xmlns:a16="http://schemas.microsoft.com/office/drawing/2014/main" id="{7A9C6216-782B-A333-1B15-E50628B25FC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2" name="hcSlideMaster253.Blank blueHeader" descr="Classification: Internal">
            <a:extLst>
              <a:ext uri="{FF2B5EF4-FFF2-40B4-BE49-F238E27FC236}">
                <a16:creationId xmlns:a16="http://schemas.microsoft.com/office/drawing/2014/main" id="{5402C6FA-6807-53A1-32E6-007BB129790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1" name="hcSlideMaster.Blank blueHeader" descr="Classification: Confidential">
            <a:extLst>
              <a:ext uri="{FF2B5EF4-FFF2-40B4-BE49-F238E27FC236}">
                <a16:creationId xmlns:a16="http://schemas.microsoft.com/office/drawing/2014/main" id="{B5D209F4-6FBE-6B64-0525-50353E86AD2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7764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8" name="object 8">
            <a:extLst>
              <a:ext uri="{FF2B5EF4-FFF2-40B4-BE49-F238E27FC236}">
                <a16:creationId xmlns:a16="http://schemas.microsoft.com/office/drawing/2014/main" id="{D13C272C-7EF2-D01B-8F08-93EFF066643C}"/>
              </a:ext>
            </a:extLst>
          </p:cNvPr>
          <p:cNvGrpSpPr/>
          <p:nvPr userDrawn="1"/>
        </p:nvGrpSpPr>
        <p:grpSpPr>
          <a:xfrm>
            <a:off x="358845" y="1264529"/>
            <a:ext cx="660415" cy="836315"/>
            <a:chOff x="528780" y="2526675"/>
            <a:chExt cx="1104182" cy="1398279"/>
          </a:xfrm>
        </p:grpSpPr>
        <p:sp>
          <p:nvSpPr>
            <p:cNvPr id="49" name="object 9">
              <a:extLst>
                <a:ext uri="{FF2B5EF4-FFF2-40B4-BE49-F238E27FC236}">
                  <a16:creationId xmlns:a16="http://schemas.microsoft.com/office/drawing/2014/main" id="{4CAAC7AF-2B48-009B-2572-5067A9E55163}"/>
                </a:ext>
              </a:extLst>
            </p:cNvPr>
            <p:cNvSpPr/>
            <p:nvPr/>
          </p:nvSpPr>
          <p:spPr>
            <a:xfrm>
              <a:off x="844639" y="3051093"/>
              <a:ext cx="282575" cy="349250"/>
            </a:xfrm>
            <a:custGeom>
              <a:avLst/>
              <a:gdLst/>
              <a:ahLst/>
              <a:cxnLst/>
              <a:rect l="l" t="t" r="r" b="b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2FE86A13-3FB2-EDAD-1FAA-169CED73380F}"/>
                </a:ext>
              </a:extLst>
            </p:cNvPr>
            <p:cNvSpPr/>
            <p:nvPr/>
          </p:nvSpPr>
          <p:spPr>
            <a:xfrm>
              <a:off x="694297" y="2900754"/>
              <a:ext cx="490855" cy="650240"/>
            </a:xfrm>
            <a:custGeom>
              <a:avLst/>
              <a:gdLst/>
              <a:ahLst/>
              <a:cxnLst/>
              <a:rect l="l" t="t" r="r" b="b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1" name="object 11">
              <a:extLst>
                <a:ext uri="{FF2B5EF4-FFF2-40B4-BE49-F238E27FC236}">
                  <a16:creationId xmlns:a16="http://schemas.microsoft.com/office/drawing/2014/main" id="{3728EDB2-9F7C-199D-58B9-4C281C4AEC50}"/>
                </a:ext>
              </a:extLst>
            </p:cNvPr>
            <p:cNvSpPr/>
            <p:nvPr/>
          </p:nvSpPr>
          <p:spPr>
            <a:xfrm>
              <a:off x="528780" y="2735239"/>
              <a:ext cx="681355" cy="981075"/>
            </a:xfrm>
            <a:custGeom>
              <a:avLst/>
              <a:gdLst/>
              <a:ahLst/>
              <a:cxnLst/>
              <a:rect l="l" t="t" r="r" b="b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2" name="object 12">
              <a:extLst>
                <a:ext uri="{FF2B5EF4-FFF2-40B4-BE49-F238E27FC236}">
                  <a16:creationId xmlns:a16="http://schemas.microsoft.com/office/drawing/2014/main" id="{359BDC29-8045-8654-E488-338D95746C5E}"/>
                </a:ext>
              </a:extLst>
            </p:cNvPr>
            <p:cNvSpPr/>
            <p:nvPr/>
          </p:nvSpPr>
          <p:spPr>
            <a:xfrm>
              <a:off x="909413" y="3115863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4AC6B14A-226F-A5DB-7CEC-3447D367A194}"/>
                </a:ext>
              </a:extLst>
            </p:cNvPr>
            <p:cNvSpPr/>
            <p:nvPr/>
          </p:nvSpPr>
          <p:spPr>
            <a:xfrm>
              <a:off x="791653" y="2526675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4" name="object 14">
              <a:extLst>
                <a:ext uri="{FF2B5EF4-FFF2-40B4-BE49-F238E27FC236}">
                  <a16:creationId xmlns:a16="http://schemas.microsoft.com/office/drawing/2014/main" id="{56A49083-2988-F34A-C6EE-5EE5E18BB60C}"/>
                </a:ext>
              </a:extLst>
            </p:cNvPr>
            <p:cNvSpPr/>
            <p:nvPr/>
          </p:nvSpPr>
          <p:spPr>
            <a:xfrm>
              <a:off x="868134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41626C90-04CA-52C8-6BBB-71924E717BBC}"/>
                </a:ext>
              </a:extLst>
            </p:cNvPr>
            <p:cNvSpPr/>
            <p:nvPr/>
          </p:nvSpPr>
          <p:spPr>
            <a:xfrm>
              <a:off x="944621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183E5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7EB37F1F-CF3A-7D32-5209-6FB9C075DEDF}"/>
                </a:ext>
              </a:extLst>
            </p:cNvPr>
            <p:cNvSpPr/>
            <p:nvPr/>
          </p:nvSpPr>
          <p:spPr>
            <a:xfrm>
              <a:off x="944622" y="2526684"/>
              <a:ext cx="688340" cy="1398270"/>
            </a:xfrm>
            <a:custGeom>
              <a:avLst/>
              <a:gdLst/>
              <a:ahLst/>
              <a:cxnLst/>
              <a:rect l="l" t="t" r="r" b="b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7" name="object 17">
              <a:extLst>
                <a:ext uri="{FF2B5EF4-FFF2-40B4-BE49-F238E27FC236}">
                  <a16:creationId xmlns:a16="http://schemas.microsoft.com/office/drawing/2014/main" id="{6068F8FA-0E80-95A3-8343-0CE7F6793E14}"/>
                </a:ext>
              </a:extLst>
            </p:cNvPr>
            <p:cNvSpPr/>
            <p:nvPr/>
          </p:nvSpPr>
          <p:spPr>
            <a:xfrm>
              <a:off x="1021103" y="2526681"/>
              <a:ext cx="535306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304903-4936-BF54-5DAD-CBF01F3494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3B228C-738E-B738-CC47-A2751BDD00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6562EF-2E79-05B3-1327-807DFB79F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628B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F530A0-0040-E714-1D11-6508419849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918E89-793C-5499-7F45-F84DE5D5CA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87.Cover blue 1Header" descr="Classification: Confidential">
            <a:extLst>
              <a:ext uri="{FF2B5EF4-FFF2-40B4-BE49-F238E27FC236}">
                <a16:creationId xmlns:a16="http://schemas.microsoft.com/office/drawing/2014/main" id="{70AB9703-01BB-41BF-AE95-1CA9C574076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4" name="hcSlideMaster78.Cover blue 1Header" descr="Classification: Internal">
            <a:extLst>
              <a:ext uri="{FF2B5EF4-FFF2-40B4-BE49-F238E27FC236}">
                <a16:creationId xmlns:a16="http://schemas.microsoft.com/office/drawing/2014/main" id="{88D9359E-8ACC-68E5-2543-A0BD08DB7A5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7" name="hcSlideMaster253.Cover blue 1Header" descr="Classification: Internal">
            <a:extLst>
              <a:ext uri="{FF2B5EF4-FFF2-40B4-BE49-F238E27FC236}">
                <a16:creationId xmlns:a16="http://schemas.microsoft.com/office/drawing/2014/main" id="{B000104F-2F0C-7EDF-7CB4-240FCB6ED62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6" name="hcSlideMaster.Cover blue 1Header" descr="Classification: Confidential">
            <a:extLst>
              <a:ext uri="{FF2B5EF4-FFF2-40B4-BE49-F238E27FC236}">
                <a16:creationId xmlns:a16="http://schemas.microsoft.com/office/drawing/2014/main" id="{95E649CC-31CA-1DF1-772F-988349CF6AA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1528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E526C4-B223-7972-5BDD-83CEEA7F79A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650C4-85D6-0C05-218C-94E95F432B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513F9DE6-F1E1-D174-964D-48A4D2D3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A68A35-9AF1-9D70-829E-F5EC47E8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87.BlankHeader" descr="Classification: Confidential">
            <a:extLst>
              <a:ext uri="{FF2B5EF4-FFF2-40B4-BE49-F238E27FC236}">
                <a16:creationId xmlns:a16="http://schemas.microsoft.com/office/drawing/2014/main" id="{F7AEB5C7-7C53-4FC2-A942-4FF8852C467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9" name="hcSlideMaster169.BlankHeader" descr="Classification: Confidential">
            <a:extLst>
              <a:ext uri="{FF2B5EF4-FFF2-40B4-BE49-F238E27FC236}">
                <a16:creationId xmlns:a16="http://schemas.microsoft.com/office/drawing/2014/main" id="{4E1FE82A-6694-BB21-1EBB-501F3BF7C9D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0" name="hcSlideMaster68.BlankHeader" descr="Classification: Internal">
            <a:extLst>
              <a:ext uri="{FF2B5EF4-FFF2-40B4-BE49-F238E27FC236}">
                <a16:creationId xmlns:a16="http://schemas.microsoft.com/office/drawing/2014/main" id="{C7FBC6A5-5085-CE84-3885-AB8E860F24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1" name="hcSlideMaster.BlankHeader" descr="Classification: Public">
            <a:extLst>
              <a:ext uri="{FF2B5EF4-FFF2-40B4-BE49-F238E27FC236}">
                <a16:creationId xmlns:a16="http://schemas.microsoft.com/office/drawing/2014/main" id="{6B613DFD-5A18-3F40-C845-EB0A729A8F0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12" name="hcSlideMaster253.1_BlankHeader" descr="Classification: Internal">
            <a:extLst>
              <a:ext uri="{FF2B5EF4-FFF2-40B4-BE49-F238E27FC236}">
                <a16:creationId xmlns:a16="http://schemas.microsoft.com/office/drawing/2014/main" id="{85E3DF2B-03D6-451D-7BAC-002AA8BD13C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3" name="hcSlideMaster.1_BlankHeader" descr="Classification: Confidential">
            <a:extLst>
              <a:ext uri="{FF2B5EF4-FFF2-40B4-BE49-F238E27FC236}">
                <a16:creationId xmlns:a16="http://schemas.microsoft.com/office/drawing/2014/main" id="{04FD2EF3-D4B1-9274-B2F0-517B2C71094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891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5B086-F1A2-F2B3-251C-4152C9D5E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70F1023-174D-19FE-8110-DB01E755E15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DDBFB7C-7692-C8C9-3DD3-C14B97B73C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318"/>
          <a:stretch/>
        </p:blipFill>
        <p:spPr>
          <a:xfrm>
            <a:off x="4232936" y="101237"/>
            <a:ext cx="6148633" cy="6316979"/>
          </a:xfrm>
          <a:prstGeom prst="rect">
            <a:avLst/>
          </a:prstGeom>
        </p:spPr>
      </p:pic>
      <p:sp>
        <p:nvSpPr>
          <p:cNvPr id="2" name="hcSlideMaster87.DividerHeader" descr="Classification: Confidential">
            <a:extLst>
              <a:ext uri="{FF2B5EF4-FFF2-40B4-BE49-F238E27FC236}">
                <a16:creationId xmlns:a16="http://schemas.microsoft.com/office/drawing/2014/main" id="{F2F92E6E-6DCA-40B1-8184-F77960D6DF9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3" name="hcSlideMaster78.DividerHeader" descr="Classification: Internal">
            <a:extLst>
              <a:ext uri="{FF2B5EF4-FFF2-40B4-BE49-F238E27FC236}">
                <a16:creationId xmlns:a16="http://schemas.microsoft.com/office/drawing/2014/main" id="{7A97B6F0-EBF7-85CB-C574-272333B40E6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8" name="hcSlideMaster253.DividerHeader" descr="Classification: Internal">
            <a:extLst>
              <a:ext uri="{FF2B5EF4-FFF2-40B4-BE49-F238E27FC236}">
                <a16:creationId xmlns:a16="http://schemas.microsoft.com/office/drawing/2014/main" id="{D4D966E6-2ADF-BC74-482A-D433045E4C1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4" name="hcSlideMaster.DividerHeader" descr="Classification: Confidential">
            <a:extLst>
              <a:ext uri="{FF2B5EF4-FFF2-40B4-BE49-F238E27FC236}">
                <a16:creationId xmlns:a16="http://schemas.microsoft.com/office/drawing/2014/main" id="{CBCF46C6-20F2-D16E-9D74-E54057DA2C2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461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600" spc="-20" baseline="0">
                <a:solidFill>
                  <a:schemeClr val="tx2"/>
                </a:solidFill>
                <a:effectLst/>
                <a:latin typeface="DM Sans" pitchFamily="2" charset="77"/>
              </a:defRPr>
            </a:lvl1pPr>
          </a:lstStyle>
          <a:p>
            <a:pPr lvl="0"/>
            <a:r>
              <a:rPr lang="en-GB">
                <a:solidFill>
                  <a:srgbClr val="0000B3"/>
                </a:solidFill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630994"/>
            <a:ext cx="11958616" cy="445170"/>
          </a:xfrm>
        </p:spPr>
        <p:txBody>
          <a:bodyPr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200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2" name="hcSlideMaster123.ContentsHeader" descr="Classification: Internal">
            <a:extLst>
              <a:ext uri="{FF2B5EF4-FFF2-40B4-BE49-F238E27FC236}">
                <a16:creationId xmlns:a16="http://schemas.microsoft.com/office/drawing/2014/main" id="{9A4883EE-E902-1BA2-97A3-A96BEE69706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3" name="hcSlideMaster87.ContentsHeader" descr="Classification: Internal">
            <a:extLst>
              <a:ext uri="{FF2B5EF4-FFF2-40B4-BE49-F238E27FC236}">
                <a16:creationId xmlns:a16="http://schemas.microsoft.com/office/drawing/2014/main" id="{FF191055-AE1D-D7B6-0FC1-8E4E1A1611A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4" name="hcSlideMaster242.1_ContentsHeader" descr="Classification: Confidential">
            <a:extLst>
              <a:ext uri="{FF2B5EF4-FFF2-40B4-BE49-F238E27FC236}">
                <a16:creationId xmlns:a16="http://schemas.microsoft.com/office/drawing/2014/main" id="{BDB631FD-C7A6-EE18-6731-D2E9F186003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125.1_ContentsHeader" descr="Classification: Confidential">
            <a:extLst>
              <a:ext uri="{FF2B5EF4-FFF2-40B4-BE49-F238E27FC236}">
                <a16:creationId xmlns:a16="http://schemas.microsoft.com/office/drawing/2014/main" id="{3714DFC2-B1E9-087F-A16A-7905B0F7DBA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5" name="hcSlideMaster.1_ContentsHeader" descr="Classification: Confidential">
            <a:extLst>
              <a:ext uri="{FF2B5EF4-FFF2-40B4-BE49-F238E27FC236}">
                <a16:creationId xmlns:a16="http://schemas.microsoft.com/office/drawing/2014/main" id="{B134FC25-F5B8-1E5D-59D8-095DBE6AE99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64025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8" name="object 8">
            <a:extLst>
              <a:ext uri="{FF2B5EF4-FFF2-40B4-BE49-F238E27FC236}">
                <a16:creationId xmlns:a16="http://schemas.microsoft.com/office/drawing/2014/main" id="{D13C272C-7EF2-D01B-8F08-93EFF066643C}"/>
              </a:ext>
            </a:extLst>
          </p:cNvPr>
          <p:cNvGrpSpPr/>
          <p:nvPr userDrawn="1"/>
        </p:nvGrpSpPr>
        <p:grpSpPr>
          <a:xfrm>
            <a:off x="358845" y="1264529"/>
            <a:ext cx="660415" cy="836315"/>
            <a:chOff x="528780" y="2526675"/>
            <a:chExt cx="1104182" cy="1398279"/>
          </a:xfrm>
        </p:grpSpPr>
        <p:sp>
          <p:nvSpPr>
            <p:cNvPr id="49" name="object 9">
              <a:extLst>
                <a:ext uri="{FF2B5EF4-FFF2-40B4-BE49-F238E27FC236}">
                  <a16:creationId xmlns:a16="http://schemas.microsoft.com/office/drawing/2014/main" id="{4CAAC7AF-2B48-009B-2572-5067A9E55163}"/>
                </a:ext>
              </a:extLst>
            </p:cNvPr>
            <p:cNvSpPr/>
            <p:nvPr/>
          </p:nvSpPr>
          <p:spPr>
            <a:xfrm>
              <a:off x="844639" y="3051093"/>
              <a:ext cx="282575" cy="349250"/>
            </a:xfrm>
            <a:custGeom>
              <a:avLst/>
              <a:gdLst/>
              <a:ahLst/>
              <a:cxnLst/>
              <a:rect l="l" t="t" r="r" b="b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2FE86A13-3FB2-EDAD-1FAA-169CED73380F}"/>
                </a:ext>
              </a:extLst>
            </p:cNvPr>
            <p:cNvSpPr/>
            <p:nvPr/>
          </p:nvSpPr>
          <p:spPr>
            <a:xfrm>
              <a:off x="694297" y="2900754"/>
              <a:ext cx="490855" cy="650240"/>
            </a:xfrm>
            <a:custGeom>
              <a:avLst/>
              <a:gdLst/>
              <a:ahLst/>
              <a:cxnLst/>
              <a:rect l="l" t="t" r="r" b="b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1" name="object 11">
              <a:extLst>
                <a:ext uri="{FF2B5EF4-FFF2-40B4-BE49-F238E27FC236}">
                  <a16:creationId xmlns:a16="http://schemas.microsoft.com/office/drawing/2014/main" id="{3728EDB2-9F7C-199D-58B9-4C281C4AEC50}"/>
                </a:ext>
              </a:extLst>
            </p:cNvPr>
            <p:cNvSpPr/>
            <p:nvPr/>
          </p:nvSpPr>
          <p:spPr>
            <a:xfrm>
              <a:off x="528780" y="2735239"/>
              <a:ext cx="681355" cy="981075"/>
            </a:xfrm>
            <a:custGeom>
              <a:avLst/>
              <a:gdLst/>
              <a:ahLst/>
              <a:cxnLst/>
              <a:rect l="l" t="t" r="r" b="b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2" name="object 12">
              <a:extLst>
                <a:ext uri="{FF2B5EF4-FFF2-40B4-BE49-F238E27FC236}">
                  <a16:creationId xmlns:a16="http://schemas.microsoft.com/office/drawing/2014/main" id="{359BDC29-8045-8654-E488-338D95746C5E}"/>
                </a:ext>
              </a:extLst>
            </p:cNvPr>
            <p:cNvSpPr/>
            <p:nvPr/>
          </p:nvSpPr>
          <p:spPr>
            <a:xfrm>
              <a:off x="909413" y="3115863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4AC6B14A-226F-A5DB-7CEC-3447D367A194}"/>
                </a:ext>
              </a:extLst>
            </p:cNvPr>
            <p:cNvSpPr/>
            <p:nvPr/>
          </p:nvSpPr>
          <p:spPr>
            <a:xfrm>
              <a:off x="791653" y="2526675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4" name="object 14">
              <a:extLst>
                <a:ext uri="{FF2B5EF4-FFF2-40B4-BE49-F238E27FC236}">
                  <a16:creationId xmlns:a16="http://schemas.microsoft.com/office/drawing/2014/main" id="{56A49083-2988-F34A-C6EE-5EE5E18BB60C}"/>
                </a:ext>
              </a:extLst>
            </p:cNvPr>
            <p:cNvSpPr/>
            <p:nvPr/>
          </p:nvSpPr>
          <p:spPr>
            <a:xfrm>
              <a:off x="868134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41626C90-04CA-52C8-6BBB-71924E717BBC}"/>
                </a:ext>
              </a:extLst>
            </p:cNvPr>
            <p:cNvSpPr/>
            <p:nvPr/>
          </p:nvSpPr>
          <p:spPr>
            <a:xfrm>
              <a:off x="944621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183E5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7EB37F1F-CF3A-7D32-5209-6FB9C075DEDF}"/>
                </a:ext>
              </a:extLst>
            </p:cNvPr>
            <p:cNvSpPr/>
            <p:nvPr/>
          </p:nvSpPr>
          <p:spPr>
            <a:xfrm>
              <a:off x="944622" y="2526684"/>
              <a:ext cx="688340" cy="1398270"/>
            </a:xfrm>
            <a:custGeom>
              <a:avLst/>
              <a:gdLst/>
              <a:ahLst/>
              <a:cxnLst/>
              <a:rect l="l" t="t" r="r" b="b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7" name="object 17">
              <a:extLst>
                <a:ext uri="{FF2B5EF4-FFF2-40B4-BE49-F238E27FC236}">
                  <a16:creationId xmlns:a16="http://schemas.microsoft.com/office/drawing/2014/main" id="{6068F8FA-0E80-95A3-8343-0CE7F6793E14}"/>
                </a:ext>
              </a:extLst>
            </p:cNvPr>
            <p:cNvSpPr/>
            <p:nvPr/>
          </p:nvSpPr>
          <p:spPr>
            <a:xfrm>
              <a:off x="1021103" y="2526681"/>
              <a:ext cx="535306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304903-4936-BF54-5DAD-CBF01F3494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3B228C-738E-B738-CC47-A2751BDD00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6562EF-2E79-05B3-1327-807DFB79F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628B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F530A0-0040-E714-1D11-6508419849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918E89-793C-5499-7F45-F84DE5D5CA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87.Cover blue 1Header" descr="Classification: Confidential">
            <a:extLst>
              <a:ext uri="{FF2B5EF4-FFF2-40B4-BE49-F238E27FC236}">
                <a16:creationId xmlns:a16="http://schemas.microsoft.com/office/drawing/2014/main" id="{70AB9703-01BB-41BF-AE95-1CA9C574076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169.Cover blue 1Header" descr="Classification: Confidential">
            <a:extLst>
              <a:ext uri="{FF2B5EF4-FFF2-40B4-BE49-F238E27FC236}">
                <a16:creationId xmlns:a16="http://schemas.microsoft.com/office/drawing/2014/main" id="{1F1EE784-6FBE-6EAA-CD66-A8B3D762428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7" name="hcSlideMaster68.Cover blue 1Header" descr="Classification: Internal">
            <a:extLst>
              <a:ext uri="{FF2B5EF4-FFF2-40B4-BE49-F238E27FC236}">
                <a16:creationId xmlns:a16="http://schemas.microsoft.com/office/drawing/2014/main" id="{3FF3A79F-2744-6310-FEC7-7D7F181F80C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1" name="hcSlideMaster.Cover blue 1Header" descr="Classification: Public">
            <a:extLst>
              <a:ext uri="{FF2B5EF4-FFF2-40B4-BE49-F238E27FC236}">
                <a16:creationId xmlns:a16="http://schemas.microsoft.com/office/drawing/2014/main" id="{FBAB7811-178C-07EB-1849-4F25158E7CF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12" name="hcSlideMaster253.1_Cover blue 1Header" descr="Classification: Internal">
            <a:extLst>
              <a:ext uri="{FF2B5EF4-FFF2-40B4-BE49-F238E27FC236}">
                <a16:creationId xmlns:a16="http://schemas.microsoft.com/office/drawing/2014/main" id="{24F4036C-572D-81AC-A916-9BF21622465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4" name="hcSlideMaster.1_Cover blue 1Header" descr="Classification: Confidential">
            <a:extLst>
              <a:ext uri="{FF2B5EF4-FFF2-40B4-BE49-F238E27FC236}">
                <a16:creationId xmlns:a16="http://schemas.microsoft.com/office/drawing/2014/main" id="{F788B57B-82A4-CA26-7521-CE9ED5BA306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8288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676F08B8-0EF2-276E-D85F-151FA39423C7}"/>
              </a:ext>
            </a:extLst>
          </p:cNvPr>
          <p:cNvSpPr txBox="1"/>
          <p:nvPr userDrawn="1"/>
        </p:nvSpPr>
        <p:spPr>
          <a:xfrm>
            <a:off x="323648" y="169382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chemeClr val="bg2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chemeClr val="bg2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chemeClr val="bg2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F26C33B-9003-AF9E-198E-D60A669D328F}"/>
              </a:ext>
            </a:extLst>
          </p:cNvPr>
          <p:cNvSpPr txBox="1"/>
          <p:nvPr userDrawn="1"/>
        </p:nvSpPr>
        <p:spPr>
          <a:xfrm>
            <a:off x="323650" y="3110926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chemeClr val="bg2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A3C39D7-D3DF-5D8A-DB08-939B708E7FE3}"/>
              </a:ext>
            </a:extLst>
          </p:cNvPr>
          <p:cNvSpPr txBox="1"/>
          <p:nvPr userDrawn="1"/>
        </p:nvSpPr>
        <p:spPr>
          <a:xfrm>
            <a:off x="323319" y="4869200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chemeClr val="bg2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chemeClr val="bg2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chemeClr val="bg2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742353" y="1921197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@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>
                <a:solidFill>
                  <a:schemeClr val="bg2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chemeClr val="bg2"/>
              </a:solidFill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0004" y="2021240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177" y="3002251"/>
            <a:ext cx="146107" cy="13697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81269AE-972C-53B4-D8B7-98BE52DD528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1181" y="2507579"/>
            <a:ext cx="150063" cy="1235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733028" y="2771735"/>
            <a:ext cx="166369" cy="11386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0004" y="2274945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9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684257" y="3375812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Rectangle 3">
            <a:hlinkClick r:id="rId10"/>
            <a:extLst>
              <a:ext uri="{FF2B5EF4-FFF2-40B4-BE49-F238E27FC236}">
                <a16:creationId xmlns:a16="http://schemas.microsoft.com/office/drawing/2014/main" id="{0B3479A5-7CBD-6C29-999C-C90457167798}"/>
              </a:ext>
            </a:extLst>
          </p:cNvPr>
          <p:cNvSpPr/>
          <p:nvPr userDrawn="1"/>
        </p:nvSpPr>
        <p:spPr>
          <a:xfrm>
            <a:off x="9684260" y="198845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" name="Rectangle 4">
            <a:hlinkClick r:id="rId11"/>
            <a:extLst>
              <a:ext uri="{FF2B5EF4-FFF2-40B4-BE49-F238E27FC236}">
                <a16:creationId xmlns:a16="http://schemas.microsoft.com/office/drawing/2014/main" id="{AD035E20-7EB7-11F9-6112-166DF0DBE2C0}"/>
              </a:ext>
            </a:extLst>
          </p:cNvPr>
          <p:cNvSpPr/>
          <p:nvPr userDrawn="1"/>
        </p:nvSpPr>
        <p:spPr>
          <a:xfrm>
            <a:off x="9684260" y="224971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hlinkClick r:id="rId12"/>
            <a:extLst>
              <a:ext uri="{FF2B5EF4-FFF2-40B4-BE49-F238E27FC236}">
                <a16:creationId xmlns:a16="http://schemas.microsoft.com/office/drawing/2014/main" id="{399E3024-0E45-607E-E795-4ACAC1EC7A4E}"/>
              </a:ext>
            </a:extLst>
          </p:cNvPr>
          <p:cNvSpPr/>
          <p:nvPr userDrawn="1"/>
        </p:nvSpPr>
        <p:spPr>
          <a:xfrm>
            <a:off x="9684260" y="2481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Rectangle 6">
            <a:hlinkClick r:id="rId13"/>
            <a:extLst>
              <a:ext uri="{FF2B5EF4-FFF2-40B4-BE49-F238E27FC236}">
                <a16:creationId xmlns:a16="http://schemas.microsoft.com/office/drawing/2014/main" id="{190352D4-0E16-FBD6-1FC7-04FF75692841}"/>
              </a:ext>
            </a:extLst>
          </p:cNvPr>
          <p:cNvSpPr/>
          <p:nvPr userDrawn="1"/>
        </p:nvSpPr>
        <p:spPr>
          <a:xfrm>
            <a:off x="9684260" y="2735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Rectangle 7">
            <a:hlinkClick r:id="rId14"/>
            <a:extLst>
              <a:ext uri="{FF2B5EF4-FFF2-40B4-BE49-F238E27FC236}">
                <a16:creationId xmlns:a16="http://schemas.microsoft.com/office/drawing/2014/main" id="{CF2228DE-6CDC-4321-75D9-A3F2E1E8FA1D}"/>
              </a:ext>
            </a:extLst>
          </p:cNvPr>
          <p:cNvSpPr/>
          <p:nvPr userDrawn="1"/>
        </p:nvSpPr>
        <p:spPr>
          <a:xfrm>
            <a:off x="9684260" y="298268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2654A-826F-7ED3-FFA7-72601795D96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93F383-FBEB-83D4-E117-A99214B653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9361D9C-3DF1-9ECE-BE9C-86C46425200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44820" y="95795"/>
            <a:ext cx="3282565" cy="6522720"/>
          </a:xfrm>
          <a:prstGeom prst="rect">
            <a:avLst/>
          </a:prstGeom>
        </p:spPr>
      </p:pic>
      <p:sp>
        <p:nvSpPr>
          <p:cNvPr id="9" name="hcSlideMaster87.Closing slideHeader" descr="Classification: Confidential">
            <a:extLst>
              <a:ext uri="{FF2B5EF4-FFF2-40B4-BE49-F238E27FC236}">
                <a16:creationId xmlns:a16="http://schemas.microsoft.com/office/drawing/2014/main" id="{B3C453CD-5EC8-4556-ACEF-7EA9160FD59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5" name="hcSlideMaster78.Closing slideHeader" descr="Classification: Internal">
            <a:extLst>
              <a:ext uri="{FF2B5EF4-FFF2-40B4-BE49-F238E27FC236}">
                <a16:creationId xmlns:a16="http://schemas.microsoft.com/office/drawing/2014/main" id="{CD752AAD-6EDC-BF38-911E-709F479F375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8" name="hcSlideMaster253.Closing slideHeader" descr="Classification: Internal">
            <a:extLst>
              <a:ext uri="{FF2B5EF4-FFF2-40B4-BE49-F238E27FC236}">
                <a16:creationId xmlns:a16="http://schemas.microsoft.com/office/drawing/2014/main" id="{0FD672A2-0DEB-700C-3D0B-590E2CF0727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7" name="hcSlideMaster.Closing slideHeader" descr="Classification: Confidential">
            <a:extLst>
              <a:ext uri="{FF2B5EF4-FFF2-40B4-BE49-F238E27FC236}">
                <a16:creationId xmlns:a16="http://schemas.microsoft.com/office/drawing/2014/main" id="{E3D3F268-3CA7-F9C8-12A2-6C0EBECC853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339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FDF4A1-E1E3-C6E2-2349-A1F9AE871579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32" rtl="0" eaLnBrk="1" latinLnBrk="0" hangingPunct="1"/>
            <a:r>
              <a:rPr lang="en-GB" sz="600" kern="1200" spc="-20" baseline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© Copyright 2024  Tata Technologies. All rights reserved. All other trademarks are trademarks of their respective owners.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2D3A26-378A-8068-4E23-1016B207152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D5CCA2F1-ADF5-0389-BAED-862A398C7E2C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86" name="object 11">
              <a:extLst>
                <a:ext uri="{FF2B5EF4-FFF2-40B4-BE49-F238E27FC236}">
                  <a16:creationId xmlns:a16="http://schemas.microsoft.com/office/drawing/2014/main" id="{D0E0CF92-49AE-5EE5-A8AA-FBD57B5DF12D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87" name="object 12">
              <a:extLst>
                <a:ext uri="{FF2B5EF4-FFF2-40B4-BE49-F238E27FC236}">
                  <a16:creationId xmlns:a16="http://schemas.microsoft.com/office/drawing/2014/main" id="{21ECA0A6-E24B-B041-A3B3-588DD47838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88" name="object 13">
                <a:extLst>
                  <a:ext uri="{FF2B5EF4-FFF2-40B4-BE49-F238E27FC236}">
                    <a16:creationId xmlns:a16="http://schemas.microsoft.com/office/drawing/2014/main" id="{059F4E1D-CDAE-D6A8-5702-380B4098774C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89" name="object 14">
                <a:extLst>
                  <a:ext uri="{FF2B5EF4-FFF2-40B4-BE49-F238E27FC236}">
                    <a16:creationId xmlns:a16="http://schemas.microsoft.com/office/drawing/2014/main" id="{5538B453-1F44-59CE-EADE-5F3ACF7877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90" name="object 15">
                <a:extLst>
                  <a:ext uri="{FF2B5EF4-FFF2-40B4-BE49-F238E27FC236}">
                    <a16:creationId xmlns:a16="http://schemas.microsoft.com/office/drawing/2014/main" id="{FC98AD41-CBE0-E0DC-CE47-24B7598EF7BF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B0EDE1E1-31F6-F545-22AF-81C5A9183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95" name="Title 93">
            <a:extLst>
              <a:ext uri="{FF2B5EF4-FFF2-40B4-BE49-F238E27FC236}">
                <a16:creationId xmlns:a16="http://schemas.microsoft.com/office/drawing/2014/main" id="{7D3D143A-0689-C1AF-FF7F-B724735B1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631956"/>
            <a:ext cx="11958616" cy="445170"/>
          </a:xfrm>
        </p:spPr>
        <p:txBody>
          <a:bodyPr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b="0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Agenda </a:t>
            </a:r>
            <a:endParaRPr lang="en-US"/>
          </a:p>
        </p:txBody>
      </p:sp>
      <p:sp>
        <p:nvSpPr>
          <p:cNvPr id="6" name="hcSlideMaster784.2_Title Slide_ER&amp;DHeader" descr="Classification: Internal">
            <a:extLst>
              <a:ext uri="{FF2B5EF4-FFF2-40B4-BE49-F238E27FC236}">
                <a16:creationId xmlns:a16="http://schemas.microsoft.com/office/drawing/2014/main" id="{0DCBB321-80F4-26DA-1190-ABC660F3EA5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7" name="hcSlideMaster784.Process FlowHeader" descr="Classification: Internal">
            <a:extLst>
              <a:ext uri="{FF2B5EF4-FFF2-40B4-BE49-F238E27FC236}">
                <a16:creationId xmlns:a16="http://schemas.microsoft.com/office/drawing/2014/main" id="{4C5C95E3-85A2-6ACA-6F65-C044857014A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" name="hcSlideMaster608.Process FlowHeader" descr="Classification: Internal">
            <a:extLst>
              <a:ext uri="{FF2B5EF4-FFF2-40B4-BE49-F238E27FC236}">
                <a16:creationId xmlns:a16="http://schemas.microsoft.com/office/drawing/2014/main" id="{D718909B-F2D0-A614-95C8-B7785AE975A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4" name="hcSlideMaster1089.Process FlowHeader" descr="Classification: Confidential">
            <a:extLst>
              <a:ext uri="{FF2B5EF4-FFF2-40B4-BE49-F238E27FC236}">
                <a16:creationId xmlns:a16="http://schemas.microsoft.com/office/drawing/2014/main" id="{276FEABE-D184-6138-32EC-6165F2726C1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3" name="hcSlideMaster.Process FlowHeader" descr="Classification: Confidential">
            <a:extLst>
              <a:ext uri="{FF2B5EF4-FFF2-40B4-BE49-F238E27FC236}">
                <a16:creationId xmlns:a16="http://schemas.microsoft.com/office/drawing/2014/main" id="{D4B75220-8B46-8194-85E4-480605954E9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603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E88D6-6F99-F991-941B-FB1827EE2F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AEC0FB4-4714-D8D3-BD04-714B6A38642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06D9E6CE-B514-1C65-78C1-F908785E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216548-B169-884F-2FA3-033A06ED7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87.Blank blueHeader" descr="Classification: Confidential">
            <a:extLst>
              <a:ext uri="{FF2B5EF4-FFF2-40B4-BE49-F238E27FC236}">
                <a16:creationId xmlns:a16="http://schemas.microsoft.com/office/drawing/2014/main" id="{E4DD4E47-80A7-4356-B70F-61EE16C6B71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20" name="hcSlideMaster78.Blank blueHeader" descr="Classification: Internal">
            <a:extLst>
              <a:ext uri="{FF2B5EF4-FFF2-40B4-BE49-F238E27FC236}">
                <a16:creationId xmlns:a16="http://schemas.microsoft.com/office/drawing/2014/main" id="{7A9C6216-782B-A333-1B15-E50628B25FC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2" name="hcSlideMaster253.Blank blueHeader" descr="Classification: Internal">
            <a:extLst>
              <a:ext uri="{FF2B5EF4-FFF2-40B4-BE49-F238E27FC236}">
                <a16:creationId xmlns:a16="http://schemas.microsoft.com/office/drawing/2014/main" id="{5402C6FA-6807-53A1-32E6-007BB129790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1" name="hcSlideMaster.Blank blueHeader" descr="Classification: Confidential">
            <a:extLst>
              <a:ext uri="{FF2B5EF4-FFF2-40B4-BE49-F238E27FC236}">
                <a16:creationId xmlns:a16="http://schemas.microsoft.com/office/drawing/2014/main" id="{B5D209F4-6FBE-6B64-0525-50353E86AD2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894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E526C4-B223-7972-5BDD-83CEEA7F79A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650C4-85D6-0C05-218C-94E95F432B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513F9DE6-F1E1-D174-964D-48A4D2D3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A68A35-9AF1-9D70-829E-F5EC47E8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87.BlankHeader" descr="Classification: Confidential">
            <a:extLst>
              <a:ext uri="{FF2B5EF4-FFF2-40B4-BE49-F238E27FC236}">
                <a16:creationId xmlns:a16="http://schemas.microsoft.com/office/drawing/2014/main" id="{F7AEB5C7-7C53-4FC2-A942-4FF8852C467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9" name="hcSlideMaster169.BlankHeader" descr="Classification: Confidential">
            <a:extLst>
              <a:ext uri="{FF2B5EF4-FFF2-40B4-BE49-F238E27FC236}">
                <a16:creationId xmlns:a16="http://schemas.microsoft.com/office/drawing/2014/main" id="{4E1FE82A-6694-BB21-1EBB-501F3BF7C9D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0" name="hcSlideMaster68.BlankHeader" descr="Classification: Internal">
            <a:extLst>
              <a:ext uri="{FF2B5EF4-FFF2-40B4-BE49-F238E27FC236}">
                <a16:creationId xmlns:a16="http://schemas.microsoft.com/office/drawing/2014/main" id="{C7FBC6A5-5085-CE84-3885-AB8E860F24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1" name="hcSlideMaster.BlankHeader" descr="Classification: Public">
            <a:extLst>
              <a:ext uri="{FF2B5EF4-FFF2-40B4-BE49-F238E27FC236}">
                <a16:creationId xmlns:a16="http://schemas.microsoft.com/office/drawing/2014/main" id="{6B613DFD-5A18-3F40-C845-EB0A729A8F0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12" name="hcSlideMaster253.1_BlankHeader" descr="Classification: Internal">
            <a:extLst>
              <a:ext uri="{FF2B5EF4-FFF2-40B4-BE49-F238E27FC236}">
                <a16:creationId xmlns:a16="http://schemas.microsoft.com/office/drawing/2014/main" id="{85E3DF2B-03D6-451D-7BAC-002AA8BD13C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3" name="hcSlideMaster.1_BlankHeader" descr="Classification: Confidential">
            <a:extLst>
              <a:ext uri="{FF2B5EF4-FFF2-40B4-BE49-F238E27FC236}">
                <a16:creationId xmlns:a16="http://schemas.microsoft.com/office/drawing/2014/main" id="{04FD2EF3-D4B1-9274-B2F0-517B2C71094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1373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32" rtl="0" eaLnBrk="1" latinLnBrk="0" hangingPunct="1"/>
            <a:r>
              <a:rPr lang="en-GB" sz="600" kern="1200" spc="-20" baseline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© Copyright 2022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780079"/>
            <a:ext cx="10515600" cy="445170"/>
          </a:xfrm>
        </p:spPr>
        <p:txBody>
          <a:bodyPr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hcSlideMaster130.ContentsHeader" descr="Classification: Internal">
            <a:extLst>
              <a:ext uri="{FF2B5EF4-FFF2-40B4-BE49-F238E27FC236}">
                <a16:creationId xmlns:a16="http://schemas.microsoft.com/office/drawing/2014/main" id="{EB3CD6F2-C875-4010-5352-9F7846ED4C8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2" name="hcSlideMaster.ContentsHeader" descr="Classification: Confidential">
            <a:extLst>
              <a:ext uri="{FF2B5EF4-FFF2-40B4-BE49-F238E27FC236}">
                <a16:creationId xmlns:a16="http://schemas.microsoft.com/office/drawing/2014/main" id="{4618666F-4970-D613-F9D3-C282548F51D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0455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8" name="object 8">
            <a:extLst>
              <a:ext uri="{FF2B5EF4-FFF2-40B4-BE49-F238E27FC236}">
                <a16:creationId xmlns:a16="http://schemas.microsoft.com/office/drawing/2014/main" id="{D13C272C-7EF2-D01B-8F08-93EFF066643C}"/>
              </a:ext>
            </a:extLst>
          </p:cNvPr>
          <p:cNvGrpSpPr/>
          <p:nvPr userDrawn="1"/>
        </p:nvGrpSpPr>
        <p:grpSpPr>
          <a:xfrm>
            <a:off x="358845" y="1264529"/>
            <a:ext cx="660415" cy="836315"/>
            <a:chOff x="528780" y="2526675"/>
            <a:chExt cx="1104182" cy="1398279"/>
          </a:xfrm>
        </p:grpSpPr>
        <p:sp>
          <p:nvSpPr>
            <p:cNvPr id="49" name="object 9">
              <a:extLst>
                <a:ext uri="{FF2B5EF4-FFF2-40B4-BE49-F238E27FC236}">
                  <a16:creationId xmlns:a16="http://schemas.microsoft.com/office/drawing/2014/main" id="{4CAAC7AF-2B48-009B-2572-5067A9E55163}"/>
                </a:ext>
              </a:extLst>
            </p:cNvPr>
            <p:cNvSpPr/>
            <p:nvPr/>
          </p:nvSpPr>
          <p:spPr>
            <a:xfrm>
              <a:off x="844639" y="3051093"/>
              <a:ext cx="282575" cy="349250"/>
            </a:xfrm>
            <a:custGeom>
              <a:avLst/>
              <a:gdLst/>
              <a:ahLst/>
              <a:cxnLst/>
              <a:rect l="l" t="t" r="r" b="b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2FE86A13-3FB2-EDAD-1FAA-169CED73380F}"/>
                </a:ext>
              </a:extLst>
            </p:cNvPr>
            <p:cNvSpPr/>
            <p:nvPr/>
          </p:nvSpPr>
          <p:spPr>
            <a:xfrm>
              <a:off x="694297" y="2900754"/>
              <a:ext cx="490855" cy="650240"/>
            </a:xfrm>
            <a:custGeom>
              <a:avLst/>
              <a:gdLst/>
              <a:ahLst/>
              <a:cxnLst/>
              <a:rect l="l" t="t" r="r" b="b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1" name="object 11">
              <a:extLst>
                <a:ext uri="{FF2B5EF4-FFF2-40B4-BE49-F238E27FC236}">
                  <a16:creationId xmlns:a16="http://schemas.microsoft.com/office/drawing/2014/main" id="{3728EDB2-9F7C-199D-58B9-4C281C4AEC50}"/>
                </a:ext>
              </a:extLst>
            </p:cNvPr>
            <p:cNvSpPr/>
            <p:nvPr/>
          </p:nvSpPr>
          <p:spPr>
            <a:xfrm>
              <a:off x="528780" y="2735239"/>
              <a:ext cx="681355" cy="981075"/>
            </a:xfrm>
            <a:custGeom>
              <a:avLst/>
              <a:gdLst/>
              <a:ahLst/>
              <a:cxnLst/>
              <a:rect l="l" t="t" r="r" b="b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2" name="object 12">
              <a:extLst>
                <a:ext uri="{FF2B5EF4-FFF2-40B4-BE49-F238E27FC236}">
                  <a16:creationId xmlns:a16="http://schemas.microsoft.com/office/drawing/2014/main" id="{359BDC29-8045-8654-E488-338D95746C5E}"/>
                </a:ext>
              </a:extLst>
            </p:cNvPr>
            <p:cNvSpPr/>
            <p:nvPr/>
          </p:nvSpPr>
          <p:spPr>
            <a:xfrm>
              <a:off x="909413" y="3115863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4AC6B14A-226F-A5DB-7CEC-3447D367A194}"/>
                </a:ext>
              </a:extLst>
            </p:cNvPr>
            <p:cNvSpPr/>
            <p:nvPr/>
          </p:nvSpPr>
          <p:spPr>
            <a:xfrm>
              <a:off x="791653" y="2526675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4" name="object 14">
              <a:extLst>
                <a:ext uri="{FF2B5EF4-FFF2-40B4-BE49-F238E27FC236}">
                  <a16:creationId xmlns:a16="http://schemas.microsoft.com/office/drawing/2014/main" id="{56A49083-2988-F34A-C6EE-5EE5E18BB60C}"/>
                </a:ext>
              </a:extLst>
            </p:cNvPr>
            <p:cNvSpPr/>
            <p:nvPr/>
          </p:nvSpPr>
          <p:spPr>
            <a:xfrm>
              <a:off x="868134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41626C90-04CA-52C8-6BBB-71924E717BBC}"/>
                </a:ext>
              </a:extLst>
            </p:cNvPr>
            <p:cNvSpPr/>
            <p:nvPr/>
          </p:nvSpPr>
          <p:spPr>
            <a:xfrm>
              <a:off x="944621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183E5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7EB37F1F-CF3A-7D32-5209-6FB9C075DEDF}"/>
                </a:ext>
              </a:extLst>
            </p:cNvPr>
            <p:cNvSpPr/>
            <p:nvPr/>
          </p:nvSpPr>
          <p:spPr>
            <a:xfrm>
              <a:off x="944622" y="2526684"/>
              <a:ext cx="688340" cy="1398270"/>
            </a:xfrm>
            <a:custGeom>
              <a:avLst/>
              <a:gdLst/>
              <a:ahLst/>
              <a:cxnLst/>
              <a:rect l="l" t="t" r="r" b="b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7" name="object 17">
              <a:extLst>
                <a:ext uri="{FF2B5EF4-FFF2-40B4-BE49-F238E27FC236}">
                  <a16:creationId xmlns:a16="http://schemas.microsoft.com/office/drawing/2014/main" id="{6068F8FA-0E80-95A3-8343-0CE7F6793E14}"/>
                </a:ext>
              </a:extLst>
            </p:cNvPr>
            <p:cNvSpPr/>
            <p:nvPr/>
          </p:nvSpPr>
          <p:spPr>
            <a:xfrm>
              <a:off x="1021103" y="2526681"/>
              <a:ext cx="535306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304903-4936-BF54-5DAD-CBF01F3494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3B228C-738E-B738-CC47-A2751BDD00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6562EF-2E79-05B3-1327-807DFB79F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628B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F530A0-0040-E714-1D11-6508419849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918E89-793C-5499-7F45-F84DE5D5CA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87.Cover blue 1Header" descr="Classification: Confidential">
            <a:extLst>
              <a:ext uri="{FF2B5EF4-FFF2-40B4-BE49-F238E27FC236}">
                <a16:creationId xmlns:a16="http://schemas.microsoft.com/office/drawing/2014/main" id="{70AB9703-01BB-41BF-AE95-1CA9C574076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169.Cover blue 1Header" descr="Classification: Confidential">
            <a:extLst>
              <a:ext uri="{FF2B5EF4-FFF2-40B4-BE49-F238E27FC236}">
                <a16:creationId xmlns:a16="http://schemas.microsoft.com/office/drawing/2014/main" id="{1F1EE784-6FBE-6EAA-CD66-A8B3D762428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7" name="hcSlideMaster68.Cover blue 1Header" descr="Classification: Internal">
            <a:extLst>
              <a:ext uri="{FF2B5EF4-FFF2-40B4-BE49-F238E27FC236}">
                <a16:creationId xmlns:a16="http://schemas.microsoft.com/office/drawing/2014/main" id="{3FF3A79F-2744-6310-FEC7-7D7F181F80C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11" name="hcSlideMaster.Cover blue 1Header" descr="Classification: Public">
            <a:extLst>
              <a:ext uri="{FF2B5EF4-FFF2-40B4-BE49-F238E27FC236}">
                <a16:creationId xmlns:a16="http://schemas.microsoft.com/office/drawing/2014/main" id="{FBAB7811-178C-07EB-1849-4F25158E7CF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12" name="hcSlideMaster253.1_Cover blue 1Header" descr="Classification: Internal">
            <a:extLst>
              <a:ext uri="{FF2B5EF4-FFF2-40B4-BE49-F238E27FC236}">
                <a16:creationId xmlns:a16="http://schemas.microsoft.com/office/drawing/2014/main" id="{24F4036C-572D-81AC-A916-9BF21622465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4" name="hcSlideMaster.1_Cover blue 1Header" descr="Classification: Confidential">
            <a:extLst>
              <a:ext uri="{FF2B5EF4-FFF2-40B4-BE49-F238E27FC236}">
                <a16:creationId xmlns:a16="http://schemas.microsoft.com/office/drawing/2014/main" id="{F788B57B-82A4-CA26-7521-CE9ED5BA306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28193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41351" y="727075"/>
            <a:ext cx="10968567" cy="36933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lang="en-US" sz="2400" b="0" kern="1200" dirty="0">
                <a:solidFill>
                  <a:schemeClr val="tx2"/>
                </a:solidFill>
                <a:latin typeface="Century Gothic" pitchFamily="34" charset="0"/>
                <a:ea typeface="+mj-ea"/>
                <a:cs typeface="Arial" pitchFamily="34" charset="0"/>
              </a:defRPr>
            </a:lvl1pPr>
          </a:lstStyle>
          <a:p>
            <a:pPr lvl="0" algn="l" defTabSz="121917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41349" y="1971677"/>
            <a:ext cx="10966451" cy="2052165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2667" b="0" kern="1200" baseline="0" dirty="0" smtClean="0">
                <a:solidFill>
                  <a:schemeClr val="tx1"/>
                </a:solidFill>
                <a:latin typeface="Century Gothic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3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67" b="0" kern="1200" baseline="0" dirty="0" smtClean="0">
                <a:solidFill>
                  <a:schemeClr val="tx1"/>
                </a:solidFill>
                <a:latin typeface="Century Gothic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67" b="0" kern="1200" baseline="0" dirty="0" smtClean="0">
                <a:solidFill>
                  <a:schemeClr val="tx1"/>
                </a:solidFill>
                <a:latin typeface="Century Gothic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67" b="0" kern="1200" baseline="0" dirty="0" smtClean="0">
                <a:solidFill>
                  <a:schemeClr val="tx1"/>
                </a:solidFill>
                <a:latin typeface="Century Gothic" pitchFamily="34" charset="0"/>
                <a:ea typeface="+mn-ea"/>
                <a:cs typeface="Arial" pitchFamily="34" charset="0"/>
              </a:defRPr>
            </a:lvl5pPr>
            <a:lvl6pPr marL="1913419" indent="-38099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2667" kern="1200" dirty="0" smtClean="0">
                <a:solidFill>
                  <a:schemeClr val="tx1"/>
                </a:solidFill>
                <a:latin typeface="Century Gothic" pitchFamily="34" charset="0"/>
                <a:ea typeface="+mn-ea"/>
                <a:cs typeface="Arial" pitchFamily="34" charset="0"/>
              </a:defRPr>
            </a:lvl6pPr>
            <a:lvl7pPr marL="2285943" indent="-364058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24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2133547" indent="-304792">
              <a:spcBef>
                <a:spcPts val="0"/>
              </a:spcBef>
              <a:spcAft>
                <a:spcPts val="0"/>
              </a:spcAft>
              <a:buSzPct val="70000"/>
              <a:defRPr sz="2400" baseline="0">
                <a:latin typeface="Arial" pitchFamily="34" charset="0"/>
                <a:cs typeface="Arial" pitchFamily="34" charset="0"/>
              </a:defRPr>
            </a:lvl8pPr>
            <a:lvl9pPr marL="2431990" indent="-298443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2400">
                <a:latin typeface="Arial" pitchFamily="34" charset="0"/>
                <a:cs typeface="Arial" pitchFamily="34" charset="0"/>
              </a:defRPr>
            </a:lvl9pPr>
          </a:lstStyle>
          <a:p>
            <a:pPr marL="387341" lvl="0" indent="-387341" algn="l" defTabSz="121917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761981" lvl="2" indent="-372524" algn="l" defTabSz="121917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pitchFamily="34" charset="0"/>
              <a:buChar char="–"/>
            </a:pPr>
            <a:r>
              <a:rPr lang="en-US"/>
              <a:t>SECOND LEVEL</a:t>
            </a:r>
          </a:p>
          <a:p>
            <a:pPr marL="1134505" lvl="3" indent="-372524" algn="l" defTabSz="121917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</a:pPr>
            <a:r>
              <a:rPr lang="en-US"/>
              <a:t>THIRD LEVEL</a:t>
            </a:r>
          </a:p>
          <a:p>
            <a:pPr marL="1515495" lvl="4" indent="-380990" algn="l" defTabSz="1244569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pitchFamily="34" charset="0"/>
              <a:buChar char="–"/>
            </a:pPr>
            <a:r>
              <a:rPr lang="en-US"/>
              <a:t>FOURTH LEVEL</a:t>
            </a:r>
          </a:p>
          <a:p>
            <a:pPr marL="1913419" lvl="5" indent="-380990" algn="l" defTabSz="121917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60000"/>
              <a:buFont typeface="Wingdings" pitchFamily="2" charset="2"/>
              <a:buChar char="§"/>
            </a:pPr>
            <a:r>
              <a:rPr lang="en-US"/>
              <a:t>FIFTH LEVEL</a:t>
            </a:r>
          </a:p>
        </p:txBody>
      </p:sp>
      <p:sp>
        <p:nvSpPr>
          <p:cNvPr id="2" name="hcSlideMaster.Large audienceHeader" descr="Classification: Confidential">
            <a:extLst>
              <a:ext uri="{FF2B5EF4-FFF2-40B4-BE49-F238E27FC236}">
                <a16:creationId xmlns:a16="http://schemas.microsoft.com/office/drawing/2014/main" id="{11280B50-7809-2303-BBB5-C0E90A62606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38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hcSlideMaster.BlankHeader" descr="Classification: Confidential">
            <a:extLst>
              <a:ext uri="{FF2B5EF4-FFF2-40B4-BE49-F238E27FC236}">
                <a16:creationId xmlns:a16="http://schemas.microsoft.com/office/drawing/2014/main" id="{FEC047E6-EB65-6632-0064-C1B27926315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6646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g object 54"/>
          <p:cNvSpPr/>
          <p:nvPr/>
        </p:nvSpPr>
        <p:spPr>
          <a:xfrm>
            <a:off x="2" y="520301"/>
            <a:ext cx="59366" cy="47216"/>
          </a:xfrm>
          <a:custGeom>
            <a:avLst/>
            <a:gdLst/>
            <a:ahLst/>
            <a:cxnLst/>
            <a:rect l="l" t="t" r="r" b="b"/>
            <a:pathLst>
              <a:path w="52069" h="52070">
                <a:moveTo>
                  <a:pt x="51803" y="0"/>
                </a:moveTo>
                <a:lnTo>
                  <a:pt x="0" y="0"/>
                </a:lnTo>
                <a:lnTo>
                  <a:pt x="0" y="51803"/>
                </a:lnTo>
                <a:lnTo>
                  <a:pt x="51803" y="51803"/>
                </a:lnTo>
                <a:lnTo>
                  <a:pt x="51803" y="0"/>
                </a:lnTo>
                <a:close/>
              </a:path>
            </a:pathLst>
          </a:custGeom>
          <a:solidFill>
            <a:srgbClr val="BABCBE">
              <a:alpha val="18998"/>
            </a:srgbClr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" name="hcSlideMaster.Title and ContentHeader" descr="Classification: Confidential">
            <a:extLst>
              <a:ext uri="{FF2B5EF4-FFF2-40B4-BE49-F238E27FC236}">
                <a16:creationId xmlns:a16="http://schemas.microsoft.com/office/drawing/2014/main" id="{0E327BB7-C9D8-0C16-6A8E-C4E4CBFC986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68154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96BF4DA-9D9D-816F-9BF4-B971FD10B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F2744-CEED-1E54-DD25-2EAA1DF39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hcSlideMaster.Title onlyHeader" descr="Classification: Confidential">
            <a:extLst>
              <a:ext uri="{FF2B5EF4-FFF2-40B4-BE49-F238E27FC236}">
                <a16:creationId xmlns:a16="http://schemas.microsoft.com/office/drawing/2014/main" id="{BEE37269-4C4B-E1B6-7707-0C14001F907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4483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3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9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50" rtl="0" eaLnBrk="1" latinLnBrk="0" hangingPunct="1"/>
            <a:r>
              <a:rPr lang="en-GB" sz="600" kern="1200" spc="-20" baseline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5" y="6413853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685419"/>
            <a:ext cx="10515600" cy="445171"/>
          </a:xfrm>
        </p:spPr>
        <p:txBody>
          <a:bodyPr>
            <a:noAutofit/>
          </a:bodyPr>
          <a:lstStyle>
            <a:lvl1pPr marL="0" algn="l" defTabSz="914373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333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2" name="hcSlideMaster.6_ContentsHeader" descr="Classification: Internal">
            <a:extLst>
              <a:ext uri="{FF2B5EF4-FFF2-40B4-BE49-F238E27FC236}">
                <a16:creationId xmlns:a16="http://schemas.microsoft.com/office/drawing/2014/main" id="{2EA0A092-392C-E910-29A0-5FAED72C8D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3" name="hcSlideMaster.7_ContentsHeader" descr="Classification: Confidential">
            <a:extLst>
              <a:ext uri="{FF2B5EF4-FFF2-40B4-BE49-F238E27FC236}">
                <a16:creationId xmlns:a16="http://schemas.microsoft.com/office/drawing/2014/main" id="{5961DE3C-30F7-9045-342E-1A5D3F57811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5296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18AF290-6E8A-043C-9161-A0AD7BC0BF7B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744B80F7-BA8E-9839-1F85-46219A205AB6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9" name="object 12">
              <a:extLst>
                <a:ext uri="{FF2B5EF4-FFF2-40B4-BE49-F238E27FC236}">
                  <a16:creationId xmlns:a16="http://schemas.microsoft.com/office/drawing/2014/main" id="{90FD0CF8-F256-B9D4-7B2D-8A9766D9381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8795B369-C279-DA6F-BF1A-8EF671890B4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1" name="object 14">
                <a:extLst>
                  <a:ext uri="{FF2B5EF4-FFF2-40B4-BE49-F238E27FC236}">
                    <a16:creationId xmlns:a16="http://schemas.microsoft.com/office/drawing/2014/main" id="{D9342F66-74A4-2F31-C835-64997179A22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2" name="object 15">
                <a:extLst>
                  <a:ext uri="{FF2B5EF4-FFF2-40B4-BE49-F238E27FC236}">
                    <a16:creationId xmlns:a16="http://schemas.microsoft.com/office/drawing/2014/main" id="{6CD59A64-927C-2890-1D31-93EC9AECF2E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2D5EEE-532B-C7B3-E180-09F299DB25A3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32" rtl="0" eaLnBrk="1" latinLnBrk="0" hangingPunct="1"/>
            <a:r>
              <a:rPr lang="en-GB" sz="600" kern="1200" spc="-20" baseline="0">
                <a:solidFill>
                  <a:srgbClr val="0000B3"/>
                </a:solidFill>
                <a:effectLst/>
                <a:latin typeface="DM Sans" pitchFamily="2" charset="77"/>
                <a:ea typeface="+mn-ea"/>
                <a:cs typeface="+mn-cs"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63C5AE0-CA39-7500-DDBB-D615012AFB7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089A6-AB4F-0045-F793-5644929A5C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3CE1A0B-6493-3BB9-CED1-D14E3A10DCEF}"/>
              </a:ext>
            </a:extLst>
          </p:cNvPr>
          <p:cNvSpPr txBox="1">
            <a:spLocks/>
          </p:cNvSpPr>
          <p:nvPr userDrawn="1"/>
        </p:nvSpPr>
        <p:spPr>
          <a:xfrm>
            <a:off x="904981" y="849279"/>
            <a:ext cx="11727203" cy="4527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 i="0" kern="120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rPr>
              <a:t>Safety Pause</a:t>
            </a:r>
            <a:endParaRPr lang="en-US" sz="2800" b="0" i="0" kern="1200">
              <a:solidFill>
                <a:srgbClr val="0000B3"/>
              </a:solidFill>
              <a:latin typeface="DM Sans" pitchFamily="2" charset="77"/>
              <a:ea typeface="+mj-ea"/>
              <a:cs typeface="+mj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56F000-E60D-88D1-65C1-95CEAE078AFC}"/>
              </a:ext>
            </a:extLst>
          </p:cNvPr>
          <p:cNvSpPr txBox="1">
            <a:spLocks/>
          </p:cNvSpPr>
          <p:nvPr userDrawn="1"/>
        </p:nvSpPr>
        <p:spPr>
          <a:xfrm>
            <a:off x="245653" y="1783836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DM Sans" pitchFamily="2" charset="77"/>
                <a:ea typeface="+mn-ea"/>
                <a:cs typeface="+mn-cs"/>
              </a:rPr>
              <a:t>SAFETY AT HOME</a:t>
            </a:r>
            <a:endParaRPr lang="en-US" sz="1800" kern="1200">
              <a:solidFill>
                <a:srgbClr val="10C6B3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135FC6-C07B-8055-5FE6-573187490525}"/>
              </a:ext>
            </a:extLst>
          </p:cNvPr>
          <p:cNvSpPr txBox="1">
            <a:spLocks/>
          </p:cNvSpPr>
          <p:nvPr userDrawn="1"/>
        </p:nvSpPr>
        <p:spPr>
          <a:xfrm>
            <a:off x="3613757" y="964556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DM Sans" pitchFamily="2" charset="77"/>
                <a:ea typeface="+mn-ea"/>
                <a:cs typeface="+mn-cs"/>
              </a:rPr>
              <a:t>SAFETY MEASURES</a:t>
            </a:r>
            <a:endParaRPr lang="en-US" sz="1800" kern="1200">
              <a:solidFill>
                <a:srgbClr val="10C6B3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AF939C4-36A8-7D83-B37D-EA2F16D48BEA}"/>
              </a:ext>
            </a:extLst>
          </p:cNvPr>
          <p:cNvSpPr txBox="1">
            <a:spLocks/>
          </p:cNvSpPr>
          <p:nvPr userDrawn="1"/>
        </p:nvSpPr>
        <p:spPr>
          <a:xfrm>
            <a:off x="1010988" y="2322123"/>
            <a:ext cx="2794989" cy="732164"/>
          </a:xfrm>
          <a:prstGeom prst="rect">
            <a:avLst/>
          </a:prstGeom>
        </p:spPr>
        <p:txBody>
          <a:bodyPr numCol="2" spcCol="252000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332" rtl="0" eaLnBrk="1" latinLnBrk="0" hangingPunct="1">
              <a:buNone/>
            </a:pPr>
            <a:r>
              <a:rPr lang="en-GB" sz="1400" kern="1200">
                <a:solidFill>
                  <a:schemeClr val="tx1"/>
                </a:solidFill>
                <a:latin typeface="DM Sans" pitchFamily="2" charset="77"/>
                <a:ea typeface="+mn-ea"/>
                <a:cs typeface="+mn-cs"/>
              </a:rPr>
              <a:t>COVID-19 Precaution</a:t>
            </a:r>
            <a:endParaRPr lang="en-US" sz="1400" kern="1200">
              <a:solidFill>
                <a:schemeClr val="tx1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C1EA5-58D7-0F06-4EE4-FCFF57A475B7}"/>
              </a:ext>
            </a:extLst>
          </p:cNvPr>
          <p:cNvSpPr txBox="1"/>
          <p:nvPr userDrawn="1"/>
        </p:nvSpPr>
        <p:spPr>
          <a:xfrm>
            <a:off x="1010986" y="3364373"/>
            <a:ext cx="2099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Look out for any Fire Alarm. Also, please be aware of emergency exits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79306-65C3-C8AB-2052-76B52F64FBBC}"/>
              </a:ext>
            </a:extLst>
          </p:cNvPr>
          <p:cNvSpPr txBox="1"/>
          <p:nvPr userDrawn="1"/>
        </p:nvSpPr>
        <p:spPr>
          <a:xfrm>
            <a:off x="1010989" y="4847801"/>
            <a:ext cx="1962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Take care of your posture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A1C06-487E-6448-2BE3-E5ABC383A8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9" y="798341"/>
            <a:ext cx="571607" cy="5977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FC3FF2-4B21-2487-AB05-5020BE1C4A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80" y="2242965"/>
            <a:ext cx="632833" cy="4746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246F97-62E3-EA3A-1535-7D1BC2126D9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6" y="3442225"/>
            <a:ext cx="556757" cy="5290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74DCDF-8990-3999-5981-DDDC2699529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6" y="4772717"/>
            <a:ext cx="466507" cy="5763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4EC50E-913B-C056-A4A7-874FCDA8A9E8}"/>
              </a:ext>
            </a:extLst>
          </p:cNvPr>
          <p:cNvSpPr txBox="1"/>
          <p:nvPr userDrawn="1"/>
        </p:nvSpPr>
        <p:spPr>
          <a:xfrm>
            <a:off x="3613165" y="2042251"/>
            <a:ext cx="3560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In case you are using a headset, please ensure the volume is such that you can hear fire alarms. </a:t>
            </a:r>
          </a:p>
          <a:p>
            <a:r>
              <a:rPr lang="en-US" sz="1400">
                <a:latin typeface="DM Sans" pitchFamily="2" charset="77"/>
              </a:rPr>
              <a:t>Look out for any Fire Alarm. Please be aware of emergency exits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56A76F-7EAD-4600-85FC-CFA4CC6F7353}"/>
              </a:ext>
            </a:extLst>
          </p:cNvPr>
          <p:cNvSpPr txBox="1"/>
          <p:nvPr userDrawn="1"/>
        </p:nvSpPr>
        <p:spPr>
          <a:xfrm>
            <a:off x="3613757" y="3982230"/>
            <a:ext cx="26597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Keep your family members / fellow colleagues informed about where you are working so that they can alert you in case of any emergency. Please be aware of emergency contacts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FD6BBD-9BF4-6A63-415A-60044879378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7" y="3419398"/>
            <a:ext cx="762775" cy="513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F74664-7562-44B7-9F0A-D197C08E8A7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3" y="1422168"/>
            <a:ext cx="537579" cy="57957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27D824-A240-F8DB-14AA-64690A53FB32}"/>
              </a:ext>
            </a:extLst>
          </p:cNvPr>
          <p:cNvCxnSpPr>
            <a:cxnSpLocks/>
          </p:cNvCxnSpPr>
          <p:nvPr userDrawn="1"/>
        </p:nvCxnSpPr>
        <p:spPr>
          <a:xfrm>
            <a:off x="3211775" y="1579957"/>
            <a:ext cx="0" cy="4078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EFAC2064-4315-0D59-9185-4835E65F9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404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cSlideMaster125.Safety PauseHeader" descr="Classification: Confidential">
            <a:extLst>
              <a:ext uri="{FF2B5EF4-FFF2-40B4-BE49-F238E27FC236}">
                <a16:creationId xmlns:a16="http://schemas.microsoft.com/office/drawing/2014/main" id="{0560930A-C41C-1223-65F2-82C3D1850D8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2" name="hcSlideMaster.Safety PauseHeader" descr="Classification: Confidential">
            <a:extLst>
              <a:ext uri="{FF2B5EF4-FFF2-40B4-BE49-F238E27FC236}">
                <a16:creationId xmlns:a16="http://schemas.microsoft.com/office/drawing/2014/main" id="{86F507DB-43C0-0649-9E9A-BF08C3245BC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8653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80"/>
            <a:ext cx="3084192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F666A1-A5B3-6D62-DF3F-DFB8F76B057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C143F-705E-3E91-B389-3CBE24411F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87.Content 1Header" descr="Classification: Internal">
            <a:extLst>
              <a:ext uri="{FF2B5EF4-FFF2-40B4-BE49-F238E27FC236}">
                <a16:creationId xmlns:a16="http://schemas.microsoft.com/office/drawing/2014/main" id="{47C491D6-528A-8768-9362-8020507223A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7" name="hcSlideMaster125.Content 1Header" descr="Classification: Confidential">
            <a:extLst>
              <a:ext uri="{FF2B5EF4-FFF2-40B4-BE49-F238E27FC236}">
                <a16:creationId xmlns:a16="http://schemas.microsoft.com/office/drawing/2014/main" id="{551355EC-157B-73E0-194C-F0EDF08E7BD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.Content 1Header" descr="Classification: Confidential">
            <a:extLst>
              <a:ext uri="{FF2B5EF4-FFF2-40B4-BE49-F238E27FC236}">
                <a16:creationId xmlns:a16="http://schemas.microsoft.com/office/drawing/2014/main" id="{C9F83695-590F-D16D-7A1E-22EF62E06DE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00532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96BF4DA-9D9D-816F-9BF4-B971FD10B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F2744-CEED-1E54-DD25-2EAA1DF39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hcSlideMaster.Title onlyHeader" descr="Classification: Confidential">
            <a:extLst>
              <a:ext uri="{FF2B5EF4-FFF2-40B4-BE49-F238E27FC236}">
                <a16:creationId xmlns:a16="http://schemas.microsoft.com/office/drawing/2014/main" id="{BEE37269-4C4B-E1B6-7707-0C14001F907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79354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3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9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50" rtl="0" eaLnBrk="1" latinLnBrk="0" hangingPunct="1"/>
            <a:r>
              <a:rPr lang="en-GB" sz="600" kern="1200" spc="-20" baseline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5" y="6413853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685419"/>
            <a:ext cx="10515600" cy="445171"/>
          </a:xfrm>
        </p:spPr>
        <p:txBody>
          <a:bodyPr>
            <a:noAutofit/>
          </a:bodyPr>
          <a:lstStyle>
            <a:lvl1pPr marL="0" algn="l" defTabSz="914373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333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2" name="hcSlideMaster.6_ContentsHeader" descr="Classification: Internal">
            <a:extLst>
              <a:ext uri="{FF2B5EF4-FFF2-40B4-BE49-F238E27FC236}">
                <a16:creationId xmlns:a16="http://schemas.microsoft.com/office/drawing/2014/main" id="{2EA0A092-392C-E910-29A0-5FAED72C8D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3" name="hcSlideMaster.7_ContentsHeader" descr="Classification: Confidential">
            <a:extLst>
              <a:ext uri="{FF2B5EF4-FFF2-40B4-BE49-F238E27FC236}">
                <a16:creationId xmlns:a16="http://schemas.microsoft.com/office/drawing/2014/main" id="{5961DE3C-30F7-9045-342E-1A5D3F57811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0761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18AF290-6E8A-043C-9161-A0AD7BC0BF7B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744B80F7-BA8E-9839-1F85-46219A205AB6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9" name="object 12">
              <a:extLst>
                <a:ext uri="{FF2B5EF4-FFF2-40B4-BE49-F238E27FC236}">
                  <a16:creationId xmlns:a16="http://schemas.microsoft.com/office/drawing/2014/main" id="{90FD0CF8-F256-B9D4-7B2D-8A9766D9381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8795B369-C279-DA6F-BF1A-8EF671890B4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1" name="object 14">
                <a:extLst>
                  <a:ext uri="{FF2B5EF4-FFF2-40B4-BE49-F238E27FC236}">
                    <a16:creationId xmlns:a16="http://schemas.microsoft.com/office/drawing/2014/main" id="{D9342F66-74A4-2F31-C835-64997179A22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2" name="object 15">
                <a:extLst>
                  <a:ext uri="{FF2B5EF4-FFF2-40B4-BE49-F238E27FC236}">
                    <a16:creationId xmlns:a16="http://schemas.microsoft.com/office/drawing/2014/main" id="{6CD59A64-927C-2890-1D31-93EC9AECF2E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2D5EEE-532B-C7B3-E180-09F299DB25A3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32" rtl="0" eaLnBrk="1" latinLnBrk="0" hangingPunct="1"/>
            <a:r>
              <a:rPr lang="en-GB" sz="600" kern="1200" spc="-20" baseline="0">
                <a:solidFill>
                  <a:srgbClr val="0000B3"/>
                </a:solidFill>
                <a:effectLst/>
                <a:latin typeface="DM Sans" pitchFamily="2" charset="77"/>
                <a:ea typeface="+mn-ea"/>
                <a:cs typeface="+mn-cs"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63C5AE0-CA39-7500-DDBB-D615012AFB7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089A6-AB4F-0045-F793-5644929A5C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3CE1A0B-6493-3BB9-CED1-D14E3A10DCEF}"/>
              </a:ext>
            </a:extLst>
          </p:cNvPr>
          <p:cNvSpPr txBox="1">
            <a:spLocks/>
          </p:cNvSpPr>
          <p:nvPr userDrawn="1"/>
        </p:nvSpPr>
        <p:spPr>
          <a:xfrm>
            <a:off x="904981" y="849279"/>
            <a:ext cx="11727203" cy="4527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 i="0" kern="120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rPr>
              <a:t>Safety Pause</a:t>
            </a:r>
            <a:endParaRPr lang="en-US" sz="2800" b="0" i="0" kern="1200">
              <a:solidFill>
                <a:srgbClr val="0000B3"/>
              </a:solidFill>
              <a:latin typeface="DM Sans" pitchFamily="2" charset="77"/>
              <a:ea typeface="+mj-ea"/>
              <a:cs typeface="+mj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56F000-E60D-88D1-65C1-95CEAE078AFC}"/>
              </a:ext>
            </a:extLst>
          </p:cNvPr>
          <p:cNvSpPr txBox="1">
            <a:spLocks/>
          </p:cNvSpPr>
          <p:nvPr userDrawn="1"/>
        </p:nvSpPr>
        <p:spPr>
          <a:xfrm>
            <a:off x="245653" y="1783836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DM Sans" pitchFamily="2" charset="77"/>
                <a:ea typeface="+mn-ea"/>
                <a:cs typeface="+mn-cs"/>
              </a:rPr>
              <a:t>SAFETY AT HOME</a:t>
            </a:r>
            <a:endParaRPr lang="en-US" sz="1800" kern="1200">
              <a:solidFill>
                <a:srgbClr val="10C6B3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135FC6-C07B-8055-5FE6-573187490525}"/>
              </a:ext>
            </a:extLst>
          </p:cNvPr>
          <p:cNvSpPr txBox="1">
            <a:spLocks/>
          </p:cNvSpPr>
          <p:nvPr userDrawn="1"/>
        </p:nvSpPr>
        <p:spPr>
          <a:xfrm>
            <a:off x="3613757" y="964556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DM Sans" pitchFamily="2" charset="77"/>
                <a:ea typeface="+mn-ea"/>
                <a:cs typeface="+mn-cs"/>
              </a:rPr>
              <a:t>SAFETY MEASURES</a:t>
            </a:r>
            <a:endParaRPr lang="en-US" sz="1800" kern="1200">
              <a:solidFill>
                <a:srgbClr val="10C6B3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AF939C4-36A8-7D83-B37D-EA2F16D48BEA}"/>
              </a:ext>
            </a:extLst>
          </p:cNvPr>
          <p:cNvSpPr txBox="1">
            <a:spLocks/>
          </p:cNvSpPr>
          <p:nvPr userDrawn="1"/>
        </p:nvSpPr>
        <p:spPr>
          <a:xfrm>
            <a:off x="1010988" y="2322123"/>
            <a:ext cx="2794989" cy="732164"/>
          </a:xfrm>
          <a:prstGeom prst="rect">
            <a:avLst/>
          </a:prstGeom>
        </p:spPr>
        <p:txBody>
          <a:bodyPr numCol="2" spcCol="252000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332" rtl="0" eaLnBrk="1" latinLnBrk="0" hangingPunct="1">
              <a:buNone/>
            </a:pPr>
            <a:r>
              <a:rPr lang="en-GB" sz="1400" kern="1200">
                <a:solidFill>
                  <a:schemeClr val="tx1"/>
                </a:solidFill>
                <a:latin typeface="DM Sans" pitchFamily="2" charset="77"/>
                <a:ea typeface="+mn-ea"/>
                <a:cs typeface="+mn-cs"/>
              </a:rPr>
              <a:t>COVID-19 Precaution</a:t>
            </a:r>
            <a:endParaRPr lang="en-US" sz="1400" kern="1200">
              <a:solidFill>
                <a:schemeClr val="tx1"/>
              </a:solidFill>
              <a:latin typeface="DM Sans" pitchFamily="2" charset="77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C1EA5-58D7-0F06-4EE4-FCFF57A475B7}"/>
              </a:ext>
            </a:extLst>
          </p:cNvPr>
          <p:cNvSpPr txBox="1"/>
          <p:nvPr userDrawn="1"/>
        </p:nvSpPr>
        <p:spPr>
          <a:xfrm>
            <a:off x="1010986" y="3364373"/>
            <a:ext cx="2099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Look out for any Fire Alarm. Also, please be aware of emergency exits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79306-65C3-C8AB-2052-76B52F64FBBC}"/>
              </a:ext>
            </a:extLst>
          </p:cNvPr>
          <p:cNvSpPr txBox="1"/>
          <p:nvPr userDrawn="1"/>
        </p:nvSpPr>
        <p:spPr>
          <a:xfrm>
            <a:off x="1010989" y="4847801"/>
            <a:ext cx="1962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Take care of your posture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A1C06-487E-6448-2BE3-E5ABC383A8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9" y="798341"/>
            <a:ext cx="571607" cy="5977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FC3FF2-4B21-2487-AB05-5020BE1C4A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80" y="2242965"/>
            <a:ext cx="632833" cy="4746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246F97-62E3-EA3A-1535-7D1BC2126D9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6" y="3442225"/>
            <a:ext cx="556757" cy="5290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74DCDF-8990-3999-5981-DDDC2699529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6" y="4772717"/>
            <a:ext cx="466507" cy="5763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4EC50E-913B-C056-A4A7-874FCDA8A9E8}"/>
              </a:ext>
            </a:extLst>
          </p:cNvPr>
          <p:cNvSpPr txBox="1"/>
          <p:nvPr userDrawn="1"/>
        </p:nvSpPr>
        <p:spPr>
          <a:xfrm>
            <a:off x="3613165" y="2042251"/>
            <a:ext cx="3560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In case you are using a headset, please ensure the volume is such that you can hear fire alarms. </a:t>
            </a:r>
          </a:p>
          <a:p>
            <a:r>
              <a:rPr lang="en-US" sz="1400">
                <a:latin typeface="DM Sans" pitchFamily="2" charset="77"/>
              </a:rPr>
              <a:t>Look out for any Fire Alarm. Please be aware of emergency exits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56A76F-7EAD-4600-85FC-CFA4CC6F7353}"/>
              </a:ext>
            </a:extLst>
          </p:cNvPr>
          <p:cNvSpPr txBox="1"/>
          <p:nvPr userDrawn="1"/>
        </p:nvSpPr>
        <p:spPr>
          <a:xfrm>
            <a:off x="3613757" y="3982230"/>
            <a:ext cx="26597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Keep your family members / fellow colleagues informed about where you are working so that they can alert you in case of any emergency. Please be aware of emergency contacts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FD6BBD-9BF4-6A63-415A-60044879378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7" y="3419398"/>
            <a:ext cx="762775" cy="513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F74664-7562-44B7-9F0A-D197C08E8A7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3" y="1422168"/>
            <a:ext cx="537579" cy="57957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27D824-A240-F8DB-14AA-64690A53FB32}"/>
              </a:ext>
            </a:extLst>
          </p:cNvPr>
          <p:cNvCxnSpPr>
            <a:cxnSpLocks/>
          </p:cNvCxnSpPr>
          <p:nvPr userDrawn="1"/>
        </p:nvCxnSpPr>
        <p:spPr>
          <a:xfrm>
            <a:off x="3211775" y="1579957"/>
            <a:ext cx="0" cy="4078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EFAC2064-4315-0D59-9185-4835E65F9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404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cSlideMaster125.Safety PauseHeader" descr="Classification: Confidential">
            <a:extLst>
              <a:ext uri="{FF2B5EF4-FFF2-40B4-BE49-F238E27FC236}">
                <a16:creationId xmlns:a16="http://schemas.microsoft.com/office/drawing/2014/main" id="{0560930A-C41C-1223-65F2-82C3D1850D8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2" name="hcSlideMaster.Safety PauseHeader" descr="Classification: Confidential">
            <a:extLst>
              <a:ext uri="{FF2B5EF4-FFF2-40B4-BE49-F238E27FC236}">
                <a16:creationId xmlns:a16="http://schemas.microsoft.com/office/drawing/2014/main" id="{86F507DB-43C0-0649-9E9A-BF08C3245BC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89546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F0E7A172-1949-1179-56E7-11C168D6C9E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26B8A-3E73-62AE-DF28-DD88FCD743E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B63ED8-E5C2-7443-177E-EDBEF0BC27D4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6" name="hcSlideMaster87.Content 3Header" descr="Classification: Internal">
            <a:extLst>
              <a:ext uri="{FF2B5EF4-FFF2-40B4-BE49-F238E27FC236}">
                <a16:creationId xmlns:a16="http://schemas.microsoft.com/office/drawing/2014/main" id="{E868B65D-AC70-1E32-91CE-E0D858F29DE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7" name="hcSlideMaster242.Content 3Header" descr="Classification: Confidential">
            <a:extLst>
              <a:ext uri="{FF2B5EF4-FFF2-40B4-BE49-F238E27FC236}">
                <a16:creationId xmlns:a16="http://schemas.microsoft.com/office/drawing/2014/main" id="{DC8A2828-3D3F-DC6A-FFC4-A9190534A1E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2" name="hcSlideMaster125.Content 3Header" descr="Classification: Confidential">
            <a:extLst>
              <a:ext uri="{FF2B5EF4-FFF2-40B4-BE49-F238E27FC236}">
                <a16:creationId xmlns:a16="http://schemas.microsoft.com/office/drawing/2014/main" id="{99C2774B-AC78-9559-68BE-DD3890AAAD6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1" name="hcSlideMaster.Content 3Header" descr="Classification: Confidential">
            <a:extLst>
              <a:ext uri="{FF2B5EF4-FFF2-40B4-BE49-F238E27FC236}">
                <a16:creationId xmlns:a16="http://schemas.microsoft.com/office/drawing/2014/main" id="{12DA5482-0826-D155-88B5-856D22C7501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2493385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80"/>
            <a:ext cx="3084192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F666A1-A5B3-6D62-DF3F-DFB8F76B057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C143F-705E-3E91-B389-3CBE24411F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87.Content 1Header" descr="Classification: Internal">
            <a:extLst>
              <a:ext uri="{FF2B5EF4-FFF2-40B4-BE49-F238E27FC236}">
                <a16:creationId xmlns:a16="http://schemas.microsoft.com/office/drawing/2014/main" id="{47C491D6-528A-8768-9362-8020507223A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7" name="hcSlideMaster125.Content 1Header" descr="Classification: Confidential">
            <a:extLst>
              <a:ext uri="{FF2B5EF4-FFF2-40B4-BE49-F238E27FC236}">
                <a16:creationId xmlns:a16="http://schemas.microsoft.com/office/drawing/2014/main" id="{551355EC-157B-73E0-194C-F0EDF08E7BD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.Content 1Header" descr="Classification: Confidential">
            <a:extLst>
              <a:ext uri="{FF2B5EF4-FFF2-40B4-BE49-F238E27FC236}">
                <a16:creationId xmlns:a16="http://schemas.microsoft.com/office/drawing/2014/main" id="{C9F83695-590F-D16D-7A1E-22EF62E06DE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4017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cSlideMaster266.10_ContentsHeader" descr="Classification: Internal"/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sp>
        <p:nvSpPr>
          <p:cNvPr id="3" name="hcSlideMaster242.10_ContentsHeader" descr="Classification: Confidential">
            <a:extLst>
              <a:ext uri="{FF2B5EF4-FFF2-40B4-BE49-F238E27FC236}">
                <a16:creationId xmlns:a16="http://schemas.microsoft.com/office/drawing/2014/main" id="{6078D851-BCE8-F94E-DFBE-B7A5AD584D9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4" name="hcSlideMaster125.10_ContentsHeader" descr="Classification: Confidential">
            <a:extLst>
              <a:ext uri="{FF2B5EF4-FFF2-40B4-BE49-F238E27FC236}">
                <a16:creationId xmlns:a16="http://schemas.microsoft.com/office/drawing/2014/main" id="{E536D027-A960-2531-1D16-57147566CC4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9" name="hcSlideMaster.10_ContentsHeader" descr="Classification: Confidential">
            <a:extLst>
              <a:ext uri="{FF2B5EF4-FFF2-40B4-BE49-F238E27FC236}">
                <a16:creationId xmlns:a16="http://schemas.microsoft.com/office/drawing/2014/main" id="{D161DD12-8B3E-3F5B-B671-0C43DCE48AC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45705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7251656" y="1105493"/>
            <a:ext cx="4937760" cy="4565635"/>
          </a:xfrm>
          <a:prstGeom prst="rect">
            <a:avLst/>
          </a:prstGeom>
          <a:solidFill>
            <a:srgbClr val="2C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8543636" y="1576637"/>
            <a:ext cx="2641600" cy="2591153"/>
          </a:xfrm>
          <a:prstGeom prst="ellipse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60312" y="1223432"/>
            <a:ext cx="6827272" cy="5151968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rgbClr val="4B5258"/>
                </a:solidFill>
              </a:defRPr>
            </a:lvl1pPr>
            <a:lvl2pPr marL="60957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Context/implications of quote goes here</a:t>
            </a:r>
          </a:p>
        </p:txBody>
      </p:sp>
      <p:sp>
        <p:nvSpPr>
          <p:cNvPr id="17" name="Title Placeholder 4"/>
          <p:cNvSpPr>
            <a:spLocks noGrp="1"/>
          </p:cNvSpPr>
          <p:nvPr>
            <p:ph type="title" hasCustomPrompt="1"/>
          </p:nvPr>
        </p:nvSpPr>
        <p:spPr>
          <a:xfrm>
            <a:off x="160313" y="683477"/>
            <a:ext cx="6826707" cy="47645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rgbClr val="F79633"/>
                </a:solidFill>
              </a:defRPr>
            </a:lvl1pPr>
          </a:lstStyle>
          <a:p>
            <a:r>
              <a:rPr lang="en-GB"/>
              <a:t>QUOTE HEADING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882" y="3457131"/>
            <a:ext cx="613375" cy="527788"/>
          </a:xfrm>
          <a:prstGeom prst="rect">
            <a:avLst/>
          </a:prstGeom>
        </p:spPr>
      </p:pic>
      <p:sp>
        <p:nvSpPr>
          <p:cNvPr id="3" name="hcSlideMaster.1_Quote_BlueHeader" descr="Classification: Confidential">
            <a:extLst>
              <a:ext uri="{FF2B5EF4-FFF2-40B4-BE49-F238E27FC236}">
                <a16:creationId xmlns:a16="http://schemas.microsoft.com/office/drawing/2014/main" id="{A2F55FFC-992C-4894-BDB1-5CDEADE826D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19692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cSlideMaster.1_Custom LayoutHeader" descr="Classification: Confidential">
            <a:extLst>
              <a:ext uri="{FF2B5EF4-FFF2-40B4-BE49-F238E27FC236}">
                <a16:creationId xmlns:a16="http://schemas.microsoft.com/office/drawing/2014/main" id="{4E27EE88-FC7B-3185-D3B5-B5E3D632CD8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3753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DF705A0-4F58-DAFA-E71F-52335FF6950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CB1C1F-7889-0AD0-8E08-5D50F589E5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6ABBA5D-E49E-B089-8017-222D3C87C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3147C-F594-F0B2-FCFD-AC5E1FF08E8E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5" name="hcSlideMaster350.Content 3Header" descr="Classification: Confidential">
            <a:extLst>
              <a:ext uri="{FF2B5EF4-FFF2-40B4-BE49-F238E27FC236}">
                <a16:creationId xmlns:a16="http://schemas.microsoft.com/office/drawing/2014/main" id="{D6B99E5A-F748-6E05-A18B-602369F83B5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7" name="hcSlideMaster.1_Content 3Header" descr="Classification: Confidential">
            <a:extLst>
              <a:ext uri="{FF2B5EF4-FFF2-40B4-BE49-F238E27FC236}">
                <a16:creationId xmlns:a16="http://schemas.microsoft.com/office/drawing/2014/main" id="{31563FB8-681D-DD0B-FDE8-3B433FA435B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7942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EC7D47-3DF7-1D30-C3A9-A47CD4A022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5EEC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38" name="object 12">
            <a:extLst>
              <a:ext uri="{FF2B5EF4-FFF2-40B4-BE49-F238E27FC236}">
                <a16:creationId xmlns:a16="http://schemas.microsoft.com/office/drawing/2014/main" id="{4220A984-EF30-6E1A-F8E2-7C62137C70C0}"/>
              </a:ext>
            </a:extLst>
          </p:cNvPr>
          <p:cNvGrpSpPr/>
          <p:nvPr userDrawn="1"/>
        </p:nvGrpSpPr>
        <p:grpSpPr>
          <a:xfrm>
            <a:off x="349429" y="1267022"/>
            <a:ext cx="666571" cy="837025"/>
            <a:chOff x="520782" y="2111749"/>
            <a:chExt cx="1109980" cy="1393825"/>
          </a:xfrm>
        </p:grpSpPr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9EAF4BC3-EFAF-5E08-D630-5F8FF8953398}"/>
                </a:ext>
              </a:extLst>
            </p:cNvPr>
            <p:cNvSpPr/>
            <p:nvPr/>
          </p:nvSpPr>
          <p:spPr>
            <a:xfrm>
              <a:off x="795950" y="2116984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596942C6-08D6-015B-2394-0C8DA250B3B0}"/>
                </a:ext>
              </a:extLst>
            </p:cNvPr>
            <p:cNvSpPr/>
            <p:nvPr/>
          </p:nvSpPr>
          <p:spPr>
            <a:xfrm>
              <a:off x="871409" y="2116990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A0CD8D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667A3EC8-FC2A-A94F-60FB-663727C43D62}"/>
                </a:ext>
              </a:extLst>
            </p:cNvPr>
            <p:cNvSpPr/>
            <p:nvPr/>
          </p:nvSpPr>
          <p:spPr>
            <a:xfrm>
              <a:off x="946868" y="2116993"/>
              <a:ext cx="678815" cy="1383665"/>
            </a:xfrm>
            <a:custGeom>
              <a:avLst/>
              <a:gdLst/>
              <a:ahLst/>
              <a:cxnLst/>
              <a:rect l="l" t="t" r="r" b="b"/>
              <a:pathLst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678639" y="0"/>
                  </a:moveTo>
                  <a:lnTo>
                    <a:pt x="150079" y="138308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6F602140-C002-0FC7-AE32-35E2530D1D49}"/>
                </a:ext>
              </a:extLst>
            </p:cNvPr>
            <p:cNvSpPr/>
            <p:nvPr/>
          </p:nvSpPr>
          <p:spPr>
            <a:xfrm>
              <a:off x="1022332" y="2116990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A0CD8D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3F0BA598-09D3-86CB-F3B5-7E314A525820}"/>
                </a:ext>
              </a:extLst>
            </p:cNvPr>
            <p:cNvSpPr/>
            <p:nvPr/>
          </p:nvSpPr>
          <p:spPr>
            <a:xfrm>
              <a:off x="526017" y="2299488"/>
              <a:ext cx="730250" cy="1044575"/>
            </a:xfrm>
            <a:custGeom>
              <a:avLst/>
              <a:gdLst/>
              <a:ahLst/>
              <a:cxnLst/>
              <a:rect l="l" t="t" r="r" b="b"/>
              <a:pathLst>
                <a:path w="730250" h="1044575">
                  <a:moveTo>
                    <a:pt x="372407" y="923678"/>
                  </a:moveTo>
                  <a:lnTo>
                    <a:pt x="268630" y="923678"/>
                  </a:lnTo>
                  <a:lnTo>
                    <a:pt x="268630" y="1044355"/>
                  </a:lnTo>
                  <a:lnTo>
                    <a:pt x="6575" y="1044355"/>
                  </a:lnTo>
                  <a:lnTo>
                    <a:pt x="6575" y="429117"/>
                  </a:lnTo>
                  <a:lnTo>
                    <a:pt x="201145" y="310262"/>
                  </a:lnTo>
                  <a:lnTo>
                    <a:pt x="320555" y="0"/>
                  </a:lnTo>
                  <a:lnTo>
                    <a:pt x="729988" y="0"/>
                  </a:lnTo>
                </a:path>
                <a:path w="730250" h="1044575">
                  <a:moveTo>
                    <a:pt x="268630" y="923689"/>
                  </a:moveTo>
                  <a:lnTo>
                    <a:pt x="0" y="779913"/>
                  </a:lnTo>
                </a:path>
                <a:path w="730250" h="1044575">
                  <a:moveTo>
                    <a:pt x="201145" y="310807"/>
                  </a:moveTo>
                  <a:lnTo>
                    <a:pt x="610368" y="310807"/>
                  </a:lnTo>
                </a:path>
                <a:path w="730250" h="1044575">
                  <a:moveTo>
                    <a:pt x="201177" y="310587"/>
                  </a:moveTo>
                  <a:lnTo>
                    <a:pt x="168089" y="224631"/>
                  </a:lnTo>
                  <a:lnTo>
                    <a:pt x="49370" y="224631"/>
                  </a:lnTo>
                  <a:lnTo>
                    <a:pt x="49370" y="310838"/>
                  </a:lnTo>
                  <a:lnTo>
                    <a:pt x="201177" y="310838"/>
                  </a:lnTo>
                </a:path>
                <a:path w="730250" h="1044575">
                  <a:moveTo>
                    <a:pt x="558621" y="444834"/>
                  </a:moveTo>
                  <a:lnTo>
                    <a:pt x="357036" y="445567"/>
                  </a:lnTo>
                  <a:lnTo>
                    <a:pt x="457766" y="707287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44" name="object 18">
              <a:extLst>
                <a:ext uri="{FF2B5EF4-FFF2-40B4-BE49-F238E27FC236}">
                  <a16:creationId xmlns:a16="http://schemas.microsoft.com/office/drawing/2014/main" id="{65A6F000-6DB8-2D8C-9D23-04A5F267E30E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694" y="2731898"/>
              <a:ext cx="186884" cy="18556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DBB593-2139-0F1C-4724-3979183679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F52FF77-E394-433B-DD8F-B8AD5CA9D3D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1FED1D0-7731-E5E8-681D-68F01AC9C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C3DEFF-2C97-366F-154D-D468A4A6F8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350.Cover blue 1Header" descr="Classification: Confidential">
            <a:extLst>
              <a:ext uri="{FF2B5EF4-FFF2-40B4-BE49-F238E27FC236}">
                <a16:creationId xmlns:a16="http://schemas.microsoft.com/office/drawing/2014/main" id="{5A054DC3-8186-AC99-E1E2-C16D4D618A7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8" name="hcSlideMaster.2_Cover blue 1Header" descr="Classification: Confidential">
            <a:extLst>
              <a:ext uri="{FF2B5EF4-FFF2-40B4-BE49-F238E27FC236}">
                <a16:creationId xmlns:a16="http://schemas.microsoft.com/office/drawing/2014/main" id="{B5E32E21-3175-E431-B081-76A5907C074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8361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63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E378E5-4AE5-9417-E142-6F858F9FA57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3703E-AE3D-DE2C-6C4A-1A8C46057A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855271DE-BEBA-20AD-15A8-A0C5EC15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2E6A27-2F5D-6274-66D1-9F35D02A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350.1_BlankHeader" descr="Classification: Confidential">
            <a:extLst>
              <a:ext uri="{FF2B5EF4-FFF2-40B4-BE49-F238E27FC236}">
                <a16:creationId xmlns:a16="http://schemas.microsoft.com/office/drawing/2014/main" id="{E809AEAB-FBDE-7BB0-09B8-EE952710ADA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9" name="hcSlideMaster.2_BlankHeader" descr="Classification: Confidential">
            <a:extLst>
              <a:ext uri="{FF2B5EF4-FFF2-40B4-BE49-F238E27FC236}">
                <a16:creationId xmlns:a16="http://schemas.microsoft.com/office/drawing/2014/main" id="{80B6BE64-35D2-963A-6CA1-B03D64260BE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981739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cSlideMaster165.DEFAULTHeader" descr="Classification: Public">
            <a:extLst>
              <a:ext uri="{FF2B5EF4-FFF2-40B4-BE49-F238E27FC236}">
                <a16:creationId xmlns:a16="http://schemas.microsoft.com/office/drawing/2014/main" id="{BE190B19-1AD3-0EC7-B3A2-8BAC4AE3476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3" name="hcSlideMaster.DEFAULTHeader" descr="Classification: Confidential">
            <a:extLst>
              <a:ext uri="{FF2B5EF4-FFF2-40B4-BE49-F238E27FC236}">
                <a16:creationId xmlns:a16="http://schemas.microsoft.com/office/drawing/2014/main" id="{82FA0863-38DB-3923-5476-4E2BEDD2B9A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736835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c - 2 columns without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BCCA0E-9524-C046-91BB-0D9DA0BA5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1450" y="1797051"/>
            <a:ext cx="4798485" cy="24237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594" marR="0" indent="-22859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2EA34F"/>
              </a:buClr>
              <a:buSzTx/>
              <a:buFont typeface="Helvetica" pitchFamily="2" charset="0"/>
              <a:buChar char="●"/>
              <a:tabLst/>
              <a:defRPr lang="en-US" sz="933" b="0" i="0" kern="1200" spc="0" baseline="0" dirty="0" smtClean="0">
                <a:solidFill>
                  <a:srgbClr val="2E2E2E"/>
                </a:solidFill>
                <a:latin typeface="Merriweather" panose="02060503050406030704" pitchFamily="18" charset="0"/>
                <a:ea typeface="+mn-ea"/>
                <a:cs typeface="Poppins" pitchFamily="2" charset="77"/>
              </a:defRPr>
            </a:lvl1pPr>
            <a:lvl2pPr marL="457189" indent="-228594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2EA34F"/>
              </a:buClr>
              <a:buSzPct val="140000"/>
              <a:buFont typeface="Cambria Math" panose="02040503050406030204" pitchFamily="18" charset="0"/>
              <a:buChar char="⎯"/>
              <a:defRPr sz="933" b="0" i="0">
                <a:latin typeface="Merriweather" panose="02060503050406030704" pitchFamily="18" charset="0"/>
              </a:defRPr>
            </a:lvl2pPr>
            <a:lvl3pPr marL="662983" indent="-228594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Helvetica" pitchFamily="2" charset="0"/>
              <a:buChar char="●"/>
              <a:defRPr sz="933" b="0" i="0">
                <a:latin typeface="Merriweather" panose="02060503050406030704" pitchFamily="18" charset="0"/>
              </a:defRPr>
            </a:lvl3pPr>
            <a:lvl4pPr marL="928177" marR="0" indent="-22859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120000"/>
              <a:buFont typeface="Cambria Math" panose="02040503050406030204" pitchFamily="18" charset="0"/>
              <a:buChar char="⎯"/>
              <a:tabLst/>
              <a:defRPr sz="933" b="0" i="0">
                <a:latin typeface="Merriweather" panose="02060503050406030704" pitchFamily="18" charset="0"/>
              </a:defRPr>
            </a:lvl4pPr>
          </a:lstStyle>
          <a:p>
            <a:pPr lvl="0"/>
            <a:r>
              <a:rPr lang="en-US"/>
              <a:t>First Level Bullet Point</a:t>
            </a:r>
          </a:p>
          <a:p>
            <a:pPr lvl="1"/>
            <a:r>
              <a:rPr lang="en-US"/>
              <a:t>Second Level Bullet Point</a:t>
            </a:r>
          </a:p>
          <a:p>
            <a:pPr lvl="2"/>
            <a:r>
              <a:rPr lang="en-US"/>
              <a:t>Third Level Bullet Point</a:t>
            </a:r>
          </a:p>
          <a:p>
            <a:pPr lvl="3"/>
            <a:r>
              <a:rPr lang="en-US"/>
              <a:t>Fourth Level Bullet Point</a:t>
            </a:r>
          </a:p>
          <a:p>
            <a:pPr lvl="3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A87E1F1-70FB-4D4A-8A77-8749A6E70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28874" y="528917"/>
            <a:ext cx="3022601" cy="122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lang="en-US" sz="867" b="1" i="0" kern="1200" cap="all" spc="173" baseline="0" dirty="0" smtClean="0">
                <a:solidFill>
                  <a:srgbClr val="055D9D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</a:lstStyle>
          <a:p>
            <a:pPr lvl="0"/>
            <a:r>
              <a:rPr lang="en-US" err="1"/>
              <a:t>sECTION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E2B9F10-4F9D-2A4F-80BE-465494FBD3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0625" y="1797051"/>
            <a:ext cx="4790392" cy="24237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594" marR="0" indent="-22859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2EA34F"/>
              </a:buClr>
              <a:buSzTx/>
              <a:buFont typeface="Helvetica" pitchFamily="2" charset="0"/>
              <a:buChar char="●"/>
              <a:tabLst/>
              <a:defRPr lang="en-US" sz="933" b="0" i="0" kern="1200" spc="0" baseline="0" dirty="0" smtClean="0">
                <a:solidFill>
                  <a:srgbClr val="2E2E2E"/>
                </a:solidFill>
                <a:latin typeface="Merriweather" panose="02060503050406030704" pitchFamily="18" charset="0"/>
                <a:ea typeface="+mn-ea"/>
                <a:cs typeface="Poppins" pitchFamily="2" charset="77"/>
              </a:defRPr>
            </a:lvl1pPr>
            <a:lvl2pPr marL="457189" indent="-228594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2EA34F"/>
              </a:buClr>
              <a:buSzPct val="140000"/>
              <a:buFont typeface="Cambria Math" panose="02040503050406030204" pitchFamily="18" charset="0"/>
              <a:buChar char="⎯"/>
              <a:defRPr sz="933" b="0" i="0">
                <a:latin typeface="Merriweather" panose="02060503050406030704" pitchFamily="18" charset="0"/>
              </a:defRPr>
            </a:lvl2pPr>
            <a:lvl3pPr marL="662983" indent="-228594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Helvetica" pitchFamily="2" charset="0"/>
              <a:buChar char="●"/>
              <a:defRPr sz="933" b="0" i="0">
                <a:latin typeface="Merriweather" panose="02060503050406030704" pitchFamily="18" charset="0"/>
              </a:defRPr>
            </a:lvl3pPr>
            <a:lvl4pPr marL="928177" marR="0" indent="-22859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120000"/>
              <a:buFont typeface="Cambria Math" panose="02040503050406030204" pitchFamily="18" charset="0"/>
              <a:buChar char="⎯"/>
              <a:tabLst/>
              <a:defRPr sz="933" b="0" i="0">
                <a:latin typeface="Merriweather" panose="02060503050406030704" pitchFamily="18" charset="0"/>
              </a:defRPr>
            </a:lvl4pPr>
          </a:lstStyle>
          <a:p>
            <a:pPr lvl="0"/>
            <a:r>
              <a:rPr lang="en-US"/>
              <a:t>First Level Bullet Point</a:t>
            </a:r>
          </a:p>
          <a:p>
            <a:pPr lvl="1"/>
            <a:r>
              <a:rPr lang="en-US"/>
              <a:t>Second Level Bullet Point</a:t>
            </a:r>
          </a:p>
          <a:p>
            <a:pPr lvl="2"/>
            <a:r>
              <a:rPr lang="en-US"/>
              <a:t>Third Level Bullet Point</a:t>
            </a:r>
          </a:p>
          <a:p>
            <a:pPr lvl="3"/>
            <a:r>
              <a:rPr lang="en-US"/>
              <a:t>Fourth Level Bullet Point</a:t>
            </a:r>
          </a:p>
          <a:p>
            <a:pPr lvl="3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7CD57F-09E3-1A4B-B8E1-476FBB5D9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60001"/>
            <a:ext cx="6576485" cy="377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3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50B52-E61E-8B47-9AF4-F2BB5474CDF7}"/>
              </a:ext>
            </a:extLst>
          </p:cNvPr>
          <p:cNvSpPr txBox="1"/>
          <p:nvPr userDrawn="1"/>
        </p:nvSpPr>
        <p:spPr>
          <a:xfrm>
            <a:off x="-1" y="6417903"/>
            <a:ext cx="76835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19ADC38-E92E-FB42-851D-A28D50967F4C}" type="slidenum">
              <a:rPr lang="en-US" sz="1200" b="1" i="0" smtClea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 b="1" i="0">
              <a:solidFill>
                <a:srgbClr val="FFFFFF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68E30-1167-EB40-B65F-80EC9F3256CB}"/>
              </a:ext>
            </a:extLst>
          </p:cNvPr>
          <p:cNvCxnSpPr/>
          <p:nvPr userDrawn="1"/>
        </p:nvCxnSpPr>
        <p:spPr>
          <a:xfrm>
            <a:off x="267147" y="6316295"/>
            <a:ext cx="244197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8CD830-6BF0-4A4A-A8B0-0A5AA0F415BF}"/>
              </a:ext>
            </a:extLst>
          </p:cNvPr>
          <p:cNvCxnSpPr/>
          <p:nvPr userDrawn="1"/>
        </p:nvCxnSpPr>
        <p:spPr>
          <a:xfrm>
            <a:off x="262075" y="1025661"/>
            <a:ext cx="244197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cSlideMaster.Doc - 2 columns without subheadingHeader" descr="Classification: Confidential">
            <a:extLst>
              <a:ext uri="{FF2B5EF4-FFF2-40B4-BE49-F238E27FC236}">
                <a16:creationId xmlns:a16="http://schemas.microsoft.com/office/drawing/2014/main" id="{11ACB736-DFC6-A43C-C5E0-F7F137CFA5F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GB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GB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8599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84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540384"/>
            <a:ext cx="11727203" cy="46119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F2744-CEED-1E54-DD25-2EAA1DF39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B3498-0524-8E8F-D3DB-6CE9D23E0F70}"/>
              </a:ext>
            </a:extLst>
          </p:cNvPr>
          <p:cNvSpPr txBox="1"/>
          <p:nvPr userDrawn="1"/>
        </p:nvSpPr>
        <p:spPr>
          <a:xfrm>
            <a:off x="437245" y="6373608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09" rtl="0" eaLnBrk="1" latinLnBrk="0" hangingPunct="1"/>
            <a:r>
              <a:rPr lang="en-GB" sz="600" kern="1200" spc="-20" baseline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3" name="hcSlideMaster160.Title only finalHeader" descr="Classification: Confidential"/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GB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GB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6" name="hcSlideMaster334.Title only finalHeader" descr="Classification: Confidential"/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GB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GB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8" name="hcSlideMaster.Title only finalHeader" descr="Classification: Confidential"/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GB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GB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175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8735" y="6412991"/>
            <a:ext cx="2139696" cy="17068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3743" y="338493"/>
            <a:ext cx="481901" cy="1199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90592" y="316458"/>
            <a:ext cx="223570" cy="1577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23472" y="372355"/>
            <a:ext cx="97066" cy="9741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84204" y="372351"/>
            <a:ext cx="96888" cy="9772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377" y="336037"/>
            <a:ext cx="1776778" cy="126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0329" y="1616455"/>
            <a:ext cx="3263900" cy="4265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12C6B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515984" y="6394805"/>
            <a:ext cx="3936365" cy="92333"/>
          </a:xfrm>
        </p:spPr>
        <p:txBody>
          <a:bodyPr lIns="0" tIns="0" rIns="0" bIns="0"/>
          <a:lstStyle>
            <a:lvl1pPr>
              <a:defRPr sz="600" b="0" i="0">
                <a:solidFill>
                  <a:srgbClr val="0000B3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0"/>
              <a:t>©</a:t>
            </a:r>
            <a:r>
              <a:rPr spc="-30"/>
              <a:t> </a:t>
            </a:r>
            <a:r>
              <a:rPr spc="-5"/>
              <a:t>Copyright</a:t>
            </a:r>
            <a:r>
              <a:rPr spc="-25"/>
              <a:t> </a:t>
            </a:r>
            <a:r>
              <a:rPr spc="5"/>
              <a:t>202</a:t>
            </a:r>
            <a:r>
              <a:rPr lang="en-US" spc="5"/>
              <a:t>4</a:t>
            </a:r>
            <a:r>
              <a:rPr spc="-30"/>
              <a:t> </a:t>
            </a:r>
            <a:r>
              <a:rPr spc="-10"/>
              <a:t>Tata</a:t>
            </a:r>
            <a:r>
              <a:rPr spc="-30"/>
              <a:t> </a:t>
            </a:r>
            <a:r>
              <a:rPr spc="-25"/>
              <a:t>Technologies.</a:t>
            </a:r>
            <a:r>
              <a:rPr spc="-35"/>
              <a:t> </a:t>
            </a:r>
            <a:r>
              <a:rPr spc="-20"/>
              <a:t>All </a:t>
            </a:r>
            <a:r>
              <a:rPr spc="-10"/>
              <a:t>rights</a:t>
            </a:r>
            <a:r>
              <a:rPr spc="-30"/>
              <a:t> </a:t>
            </a:r>
            <a:r>
              <a:rPr spc="-20"/>
              <a:t>reserved.</a:t>
            </a:r>
            <a:r>
              <a:rPr spc="-35"/>
              <a:t> </a:t>
            </a:r>
            <a:r>
              <a:rPr spc="-20"/>
              <a:t>All</a:t>
            </a:r>
            <a:r>
              <a:rPr spc="-25"/>
              <a:t> </a:t>
            </a:r>
            <a:r>
              <a:rPr spc="5"/>
              <a:t>other</a:t>
            </a:r>
            <a:r>
              <a:rPr spc="-35"/>
              <a:t> </a:t>
            </a:r>
            <a:r>
              <a:rPr spc="-5"/>
              <a:t>trademarks</a:t>
            </a:r>
            <a:r>
              <a:rPr spc="-30"/>
              <a:t> </a:t>
            </a:r>
            <a:r>
              <a:rPr spc="-15"/>
              <a:t>are</a:t>
            </a:r>
            <a:r>
              <a:rPr spc="-35"/>
              <a:t> </a:t>
            </a:r>
            <a:r>
              <a:rPr spc="-5"/>
              <a:t>trademarks</a:t>
            </a:r>
            <a:r>
              <a:rPr spc="-30"/>
              <a:t> </a:t>
            </a:r>
            <a:r>
              <a:rPr spc="10"/>
              <a:t>of</a:t>
            </a:r>
            <a:r>
              <a:rPr spc="-25"/>
              <a:t> </a:t>
            </a:r>
            <a:r>
              <a:t>their</a:t>
            </a:r>
            <a:r>
              <a:rPr spc="-35"/>
              <a:t> </a:t>
            </a:r>
            <a:r>
              <a:rPr spc="-5"/>
              <a:t>respective</a:t>
            </a:r>
            <a:r>
              <a:rPr spc="-35"/>
              <a:t> </a:t>
            </a:r>
            <a:r>
              <a:rPr spc="-20"/>
              <a:t>owners.</a:t>
            </a:r>
          </a:p>
        </p:txBody>
      </p:sp>
      <p:sp>
        <p:nvSpPr>
          <p:cNvPr id="11" name="hcSlideMaster576.Two ContentHeader" descr="Classification: Confidential">
            <a:extLst>
              <a:ext uri="{FF2B5EF4-FFF2-40B4-BE49-F238E27FC236}">
                <a16:creationId xmlns:a16="http://schemas.microsoft.com/office/drawing/2014/main" id="{8FEF5AD8-2415-0957-C852-88AD1ABC200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8" name="hcSlideMaster98.Two ContentHeader" descr="Classification: Public">
            <a:extLst>
              <a:ext uri="{FF2B5EF4-FFF2-40B4-BE49-F238E27FC236}">
                <a16:creationId xmlns:a16="http://schemas.microsoft.com/office/drawing/2014/main" id="{0D448DF8-B625-3779-7766-0FB6C316D2D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  <p:sp>
        <p:nvSpPr>
          <p:cNvPr id="6" name="hcSlideMaster.Two ContentHeader" descr="Classification: Confidential">
            <a:extLst>
              <a:ext uri="{FF2B5EF4-FFF2-40B4-BE49-F238E27FC236}">
                <a16:creationId xmlns:a16="http://schemas.microsoft.com/office/drawing/2014/main" id="{925F82EB-19A8-4659-7CA5-324101C9B5A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2675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s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9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marL="0" lvl="0" algn="l" defTabSz="914350" rtl="0" eaLnBrk="1" latinLnBrk="0" hangingPunct="1"/>
            <a:r>
              <a:rPr lang="en-GB" sz="600" kern="1200" spc="-2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Copyright 2024 Tata Technologies. All rights reserved. All other trademarks are trademarks of their respective owners.</a:t>
            </a:r>
          </a:p>
        </p:txBody>
      </p:sp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685419"/>
            <a:ext cx="11958616" cy="445171"/>
          </a:xfrm>
        </p:spPr>
        <p:txBody>
          <a:bodyPr>
            <a:noAutofit/>
          </a:bodyPr>
          <a:lstStyle>
            <a:lvl1pPr marL="0" algn="l" defTabSz="914373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333" b="0" i="0" kern="1200" dirty="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2" name="hcSlideMaster.6_ContentsHeader" descr="Classification: Internal">
            <a:extLst>
              <a:ext uri="{FF2B5EF4-FFF2-40B4-BE49-F238E27FC236}">
                <a16:creationId xmlns:a16="http://schemas.microsoft.com/office/drawing/2014/main" id="{2EA0A092-392C-E910-29A0-5FAED72C8D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D3BD5D-D8F6-8441-60D9-56A7112DAB70}"/>
              </a:ext>
            </a:extLst>
          </p:cNvPr>
          <p:cNvGrpSpPr/>
          <p:nvPr userDrawn="1"/>
        </p:nvGrpSpPr>
        <p:grpSpPr>
          <a:xfrm>
            <a:off x="11170408" y="295108"/>
            <a:ext cx="761725" cy="157981"/>
            <a:chOff x="9242701" y="249950"/>
            <a:chExt cx="652960" cy="135423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326D64F5-527E-8479-7CE3-7F165CE4023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BEA2604C-4E1B-F3C3-BF41-FEB80FE5C467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6" name="object 8">
              <a:extLst>
                <a:ext uri="{FF2B5EF4-FFF2-40B4-BE49-F238E27FC236}">
                  <a16:creationId xmlns:a16="http://schemas.microsoft.com/office/drawing/2014/main" id="{58E79557-3D1C-C4A5-4FBF-053711BE825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210996CB-97F3-2A10-A8B7-CB1DC4FA5D1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3" name="object 10">
                <a:extLst>
                  <a:ext uri="{FF2B5EF4-FFF2-40B4-BE49-F238E27FC236}">
                    <a16:creationId xmlns:a16="http://schemas.microsoft.com/office/drawing/2014/main" id="{5735CD5F-ABD5-60F6-C767-FB9F3E3FE25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4" name="object 11">
                <a:extLst>
                  <a:ext uri="{FF2B5EF4-FFF2-40B4-BE49-F238E27FC236}">
                    <a16:creationId xmlns:a16="http://schemas.microsoft.com/office/drawing/2014/main" id="{B011711E-F373-D3F3-AAF8-B75D8384943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7" name="object 22">
              <a:extLst>
                <a:ext uri="{FF2B5EF4-FFF2-40B4-BE49-F238E27FC236}">
                  <a16:creationId xmlns:a16="http://schemas.microsoft.com/office/drawing/2014/main" id="{650CEF4E-9CDF-622D-B6C7-7A8DC522683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8" name="object 23">
              <a:extLst>
                <a:ext uri="{FF2B5EF4-FFF2-40B4-BE49-F238E27FC236}">
                  <a16:creationId xmlns:a16="http://schemas.microsoft.com/office/drawing/2014/main" id="{E9DF011A-84CE-7678-DC07-CACECFC6C109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D8BADD19-4AA1-BD7B-751B-5F15E15A23EC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9" name="object 25">
                <a:extLst>
                  <a:ext uri="{FF2B5EF4-FFF2-40B4-BE49-F238E27FC236}">
                    <a16:creationId xmlns:a16="http://schemas.microsoft.com/office/drawing/2014/main" id="{E792759F-D06E-79A0-BC94-AE1C049C650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26">
                <a:extLst>
                  <a:ext uri="{FF2B5EF4-FFF2-40B4-BE49-F238E27FC236}">
                    <a16:creationId xmlns:a16="http://schemas.microsoft.com/office/drawing/2014/main" id="{0B65B926-F9A5-2A72-DA59-AB3E3A83782E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CC21766C-0C4A-E16D-BEB2-9F89463C71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086" y="317132"/>
            <a:ext cx="1775655" cy="1261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7957196-C1D1-C6DF-B6CE-0513BB2DE91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8664" y="6502100"/>
            <a:ext cx="2135347" cy="168971"/>
          </a:xfrm>
          <a:prstGeom prst="rect">
            <a:avLst/>
          </a:prstGeom>
        </p:spPr>
      </p:pic>
      <p:sp>
        <p:nvSpPr>
          <p:cNvPr id="9" name="hcSlideMaster242.9_ContentsHeader" descr="Classification: Confidential">
            <a:extLst>
              <a:ext uri="{FF2B5EF4-FFF2-40B4-BE49-F238E27FC236}">
                <a16:creationId xmlns:a16="http://schemas.microsoft.com/office/drawing/2014/main" id="{072A15B4-3158-F08B-200F-3D10ED4D2A5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10" name="hcSlideMaster125.9_ContentsHeader" descr="Classification: Confidential">
            <a:extLst>
              <a:ext uri="{FF2B5EF4-FFF2-40B4-BE49-F238E27FC236}">
                <a16:creationId xmlns:a16="http://schemas.microsoft.com/office/drawing/2014/main" id="{1FEC7AB6-9333-5884-B0F8-2FDAC312201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  <p:sp>
        <p:nvSpPr>
          <p:cNvPr id="27" name="hcSlideMaster.9_ContentsHeader" descr="Classification: Confidential">
            <a:extLst>
              <a:ext uri="{FF2B5EF4-FFF2-40B4-BE49-F238E27FC236}">
                <a16:creationId xmlns:a16="http://schemas.microsoft.com/office/drawing/2014/main" id="{4D3E195C-906D-C618-F161-724B43D5882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IN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IN" sz="1200" b="0" i="0" u="none" baseline="0">
                <a:solidFill>
                  <a:srgbClr val="FFA500"/>
                </a:solidFill>
                <a:latin typeface="Microsoft Sans Serif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23960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57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C8ABBE6-57BF-E555-9F46-6E73FA08DEE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1686" y="816888"/>
            <a:ext cx="6242903" cy="517704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4ED3A2A-2B38-EDE5-C88F-9873F9F3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Powered Test Automation Platform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4214A2-B34C-F776-CFFC-E9F60AFBED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25-Aug-2026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9036DEC-158B-DADD-5C7A-5DC9BC19883B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7778" b="18010"/>
          <a:stretch/>
        </p:blipFill>
        <p:spPr>
          <a:xfrm>
            <a:off x="4413073" y="289331"/>
            <a:ext cx="5346283" cy="45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3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0354-B107-C1AE-DC16-5CE36071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4" y="630994"/>
            <a:ext cx="11958616" cy="5591144"/>
          </a:xfrm>
        </p:spPr>
        <p:txBody>
          <a:bodyPr/>
          <a:lstStyle/>
          <a:p>
            <a:br>
              <a:rPr lang="en-US"/>
            </a:br>
            <a:r>
              <a:rPr lang="en-US">
                <a:latin typeface="DM Sans"/>
              </a:rPr>
              <a:t>Use Case : To Build an AI Powered Test Automation Platform which can be leveraged to generate UI and API automation scripts for any application hosted on Web.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9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35A0-B34B-30D9-3D2A-8FB5740B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27" y="630994"/>
            <a:ext cx="12016673" cy="4922826"/>
          </a:xfrm>
        </p:spPr>
        <p:txBody>
          <a:bodyPr/>
          <a:lstStyle/>
          <a:p>
            <a:r>
              <a:rPr lang="en-US">
                <a:latin typeface="DM Sans"/>
              </a:rPr>
              <a:t>Proposed AI – Driven Approach</a:t>
            </a:r>
            <a:br>
              <a:rPr lang="en-US">
                <a:latin typeface="DM Sans"/>
              </a:rPr>
            </a:br>
            <a:br>
              <a:rPr lang="en-US"/>
            </a:b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MMB/ACE integration projects commonly utilize a defined set of communication patterns: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 RabbitMQ → RabbitMQ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 RabbitMQ → IBM 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 IBM MQ → RabbitMQ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 IBM MQ → HTTPS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 HTTPS → IBM 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br>
              <a:rPr lang="en-US" sz="1800">
                <a:solidFill>
                  <a:schemeClr val="tx1"/>
                </a:solidFill>
                <a:latin typeface="DM Sans"/>
                <a:cs typeface="Segoe UI"/>
              </a:rPr>
            </a:b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Develop </a:t>
            </a: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protocol-specific AI skill files</a:t>
            </a: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 for each standardized integration pattern.</a:t>
            </a:r>
            <a:br>
              <a:rPr lang="en-US" sz="1800">
                <a:latin typeface="DM Sans"/>
                <a:cs typeface="Segoe UI"/>
              </a:rPr>
            </a:br>
            <a:br>
              <a:rPr lang="en-US" sz="1800">
                <a:latin typeface="DM Sans"/>
                <a:cs typeface="Segoe UI"/>
              </a:rPr>
            </a:b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Create a </a:t>
            </a: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reusable AI-powered protocol pattern library</a:t>
            </a: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 to serve as a repository for future projects.</a:t>
            </a:r>
            <a:br>
              <a:rPr lang="en-US" sz="1800">
                <a:solidFill>
                  <a:schemeClr val="tx1"/>
                </a:solidFill>
                <a:latin typeface="DM Sans"/>
                <a:cs typeface="Segoe UI"/>
              </a:rPr>
            </a:br>
            <a:br>
              <a:rPr lang="en-US" sz="1800">
                <a:latin typeface="DM Sans"/>
                <a:cs typeface="Segoe UI"/>
              </a:rPr>
            </a:br>
            <a:endParaRPr lang="en-US" sz="1800">
              <a:solidFill>
                <a:schemeClr val="tx1"/>
              </a:solidFill>
              <a:latin typeface="DM Sans"/>
              <a:cs typeface="Segoe UI"/>
            </a:endParaRPr>
          </a:p>
          <a:p>
            <a:endParaRPr lang="en-US" sz="1800">
              <a:latin typeface="Segoe UI"/>
              <a:cs typeface="Segoe UI"/>
            </a:endParaRPr>
          </a:p>
          <a:p>
            <a:br>
              <a:rPr lang="en-US">
                <a:latin typeface="DM Sans"/>
              </a:rPr>
            </a:br>
            <a:br>
              <a:rPr lang="en-US">
                <a:latin typeface="DM Sans"/>
              </a:rPr>
            </a:br>
            <a:br>
              <a:rPr lang="en-US">
                <a:latin typeface="DM Sans"/>
              </a:rPr>
            </a:br>
            <a:endParaRPr lang="en-US" sz="1800">
              <a:solidFill>
                <a:schemeClr val="tx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4190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557E-6AE7-B353-0579-EB70FC1EA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98" y="630994"/>
            <a:ext cx="11893302" cy="5546941"/>
          </a:xfrm>
        </p:spPr>
        <p:txBody>
          <a:bodyPr/>
          <a:lstStyle/>
          <a:p>
            <a:r>
              <a:rPr lang="en-US">
                <a:latin typeface="DM Sans"/>
              </a:rPr>
              <a:t>Current Implementation Status</a:t>
            </a:r>
            <a:br>
              <a:rPr lang="en-US">
                <a:latin typeface="DM Sans"/>
              </a:rPr>
            </a:br>
            <a:br>
              <a:rPr lang="en-US"/>
            </a:br>
            <a:r>
              <a:rPr lang="en-US" sz="1800" b="1">
                <a:solidFill>
                  <a:schemeClr val="tx1"/>
                </a:solidFill>
                <a:latin typeface="DM Sans"/>
              </a:rPr>
              <a:t>RabbitMQ to RabbitMQ Interface Successfully Completed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br>
              <a:rPr lang="en-US" sz="1800">
                <a:solidFill>
                  <a:schemeClr val="tx1"/>
                </a:solidFill>
                <a:latin typeface="DM Sans"/>
                <a:cs typeface="Segoe UI"/>
              </a:rPr>
            </a:b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As part of the initial implementation, the AI-based unit test generation capability has been successfully applied to the following interface pattern: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 b="1">
                <a:solidFill>
                  <a:schemeClr val="tx1"/>
                </a:solidFill>
                <a:latin typeface="DM Sans"/>
              </a:rPr>
              <a:t>RabbitMQ → RabbitMQ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b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</a:b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Outcome Achieved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Test cases generated through AI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Test assets created in a format compatible with IBM RIT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Generated test cases are readily executable in RIT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No manual RIT configuration required for the validated interface pattern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b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</a:b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Impact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This establishes a reusable foundation for extending the solution to additional protocol combinations.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2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BC97-7415-96C9-1153-863F5216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12" y="630994"/>
            <a:ext cx="11929588" cy="5488884"/>
          </a:xfrm>
        </p:spPr>
        <p:txBody>
          <a:bodyPr/>
          <a:lstStyle/>
          <a:p>
            <a:r>
              <a:rPr lang="en-US">
                <a:latin typeface="DM Sans"/>
                <a:cs typeface="Segoe UI"/>
              </a:rPr>
              <a:t>Target Interface Expansion</a:t>
            </a:r>
            <a:br>
              <a:rPr lang="en-US">
                <a:latin typeface="DM Sans"/>
                <a:cs typeface="Segoe UI"/>
              </a:rPr>
            </a:br>
            <a:br>
              <a:rPr lang="en-US">
                <a:cs typeface="Segoe UI"/>
              </a:rPr>
            </a:b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Next Step</a:t>
            </a:r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: The next phase will focus on extending AI-based test case generation to additional enterprise integration patterns involving RabbitMQ, IBM MQ, and HTTPS.</a:t>
            </a:r>
          </a:p>
          <a:p>
            <a:b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</a:br>
            <a:r>
              <a:rPr lang="en-US" sz="1800" b="1">
                <a:solidFill>
                  <a:schemeClr val="tx1"/>
                </a:solidFill>
                <a:latin typeface="DM Sans"/>
                <a:cs typeface="Segoe UI"/>
              </a:rPr>
              <a:t>Planned Interface Patterns : 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RabbitMQ → IBM 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IBM MQ → HTTPS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r>
              <a:rPr lang="en-US" sz="1800">
                <a:solidFill>
                  <a:schemeClr val="tx1"/>
                </a:solidFill>
                <a:latin typeface="DM Sans"/>
                <a:cs typeface="Segoe UI"/>
              </a:rPr>
              <a:t>HTTPS → IBM MQ</a:t>
            </a:r>
            <a:endParaRPr lang="en-US" sz="1800">
              <a:solidFill>
                <a:schemeClr val="tx1"/>
              </a:solidFill>
              <a:latin typeface="DM Sans"/>
            </a:endParaRPr>
          </a:p>
          <a:p>
            <a:endParaRPr lang="en-US" sz="1800">
              <a:solidFill>
                <a:schemeClr val="tx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05813686"/>
      </p:ext>
    </p:extLst>
  </p:cSld>
  <p:clrMapOvr>
    <a:masterClrMapping/>
  </p:clrMapOvr>
</p:sld>
</file>

<file path=ppt/theme/theme1.xml><?xml version="1.0" encoding="utf-8"?>
<a:theme xmlns:a="http://schemas.openxmlformats.org/drawingml/2006/main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porate PPT Template_2023_HUMANBRAND_16x9.potx" id="{6F15F896-2A7C-4050-8AB5-D0F2FEFAC448}" vid="{6BE0DC57-4E80-4DC8-862A-52C1F321C1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FBE307A9FB147A13B995E92F26744" ma:contentTypeVersion="11" ma:contentTypeDescription="Create a new document." ma:contentTypeScope="" ma:versionID="5ad6d162a92ed5c1a71064a91088576c">
  <xsd:schema xmlns:xsd="http://www.w3.org/2001/XMLSchema" xmlns:xs="http://www.w3.org/2001/XMLSchema" xmlns:p="http://schemas.microsoft.com/office/2006/metadata/properties" xmlns:ns3="cc18b26c-bbac-43d3-83e9-970a571d42ca" targetNamespace="http://schemas.microsoft.com/office/2006/metadata/properties" ma:root="true" ma:fieldsID="608b2d3e19c73849ce631f3bc6de4937" ns3:_="">
    <xsd:import namespace="cc18b26c-bbac-43d3-83e9-970a571d42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8b26c-bbac-43d3-83e9-970a571d42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18b26c-bbac-43d3-83e9-970a571d42ca" xsi:nil="true"/>
  </documentManagement>
</p:properties>
</file>

<file path=customXml/itemProps1.xml><?xml version="1.0" encoding="utf-8"?>
<ds:datastoreItem xmlns:ds="http://schemas.openxmlformats.org/officeDocument/2006/customXml" ds:itemID="{F36415E4-9000-456E-9B51-7C979AEF523C}">
  <ds:schemaRefs>
    <ds:schemaRef ds:uri="cc18b26c-bbac-43d3-83e9-970a571d42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B12F0C-6342-4EBC-AD4A-9AF729C526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3CA696-2BAE-4A12-9207-3569762EAEA9}">
  <ds:schemaRefs>
    <ds:schemaRef ds:uri="cc18b26c-bbac-43d3-83e9-970a571d4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2_TATA Digital enterprise systems</vt:lpstr>
      <vt:lpstr>AI Powered Test Automation Platform</vt:lpstr>
      <vt:lpstr> Use Case : To Build an AI Powered Test Automation Platform which can be leveraged to generate UI and API automation scripts for any application hosted on Web.</vt:lpstr>
      <vt:lpstr>Proposed AI – Driven Approach  MMB/ACE integration projects commonly utilize a defined set of communication patterns:  RabbitMQ → RabbitMQ  RabbitMQ → IBM MQ  IBM MQ → RabbitMQ  IBM MQ → HTTPS  HTTPS → IBM MQ  Develop protocol-specific AI skill files for each standardized integration pattern.  Create a reusable AI-powered protocol pattern library to serve as a repository for future projects.       </vt:lpstr>
      <vt:lpstr>Current Implementation Status  RabbitMQ to RabbitMQ Interface Successfully Completed  As part of the initial implementation, the AI-based unit test generation capability has been successfully applied to the following interface pattern: RabbitMQ → RabbitMQ  Outcome Achieved Test cases generated through AI Test assets created in a format compatible with IBM RIT Generated test cases are readily executable in RIT No manual RIT configuration required for the validated interface pattern  Impact This establishes a reusable foundation for extending the solution to additional protocol combinations.  </vt:lpstr>
      <vt:lpstr>Target Interface Expansion  Next Step: The next phase will focus on extending AI-based test case generation to additional enterprise integration patterns involving RabbitMQ, IBM MQ, and HTTPS.  Planned Interface Patterns :  RabbitMQ → IBM MQ IBM MQ → HTTPS HTTPS → IBM MQ </vt:lpstr>
    </vt:vector>
  </TitlesOfParts>
  <Company>Jaguar Land Rover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Venkatesh, B.S </dc:creator>
  <cp:revision>223</cp:revision>
  <dcterms:created xsi:type="dcterms:W3CDTF">2026-06-05T10:02:29Z</dcterms:created>
  <dcterms:modified xsi:type="dcterms:W3CDTF">2026-08-23T15:07:58Z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2026-06-05T10:02:29Z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c98e7eb1-4dcc-4e48-b441-e37401ffee54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10, 3, 0, 1</vt:lpwstr>
  </property>
  <property fmtid="{D5CDD505-2E9C-101B-9397-08002B2CF9AE}" pid="10" name="ContentTypeId">
    <vt:lpwstr>0x01010070BFBE307A9FB147A13B995E92F26744</vt:lpwstr>
  </property>
</Properties>
</file>