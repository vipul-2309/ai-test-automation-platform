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25.svg" ContentType="image/svg"/>
  <Override PartName="/ppt/media/image27.svg" ContentType="image/svg"/>
  <Override PartName="/ppt/media/image29.svg" ContentType="image/svg"/>
  <Override PartName="/ppt/media/image31.svg" ContentType="image/svg"/>
  <Override PartName="/ppt/media/image34.svg" ContentType="image/svg"/>
  <Override PartName="/ppt/media/image36.svg" ContentType="image/svg"/>
  <Override PartName="/ppt/media/image39.svg" ContentType="image/svg"/>
  <Override PartName="/ppt/media/image5.svg" ContentType="image/svg"/>
  <Override PartName="/ppt/media/image9.svg" ContentType="image/sv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</p:sldMasterIdLst>
  <p:sldIdLst>
    <p:sldId id="256" r:id="rId37"/>
    <p:sldId id="257" r:id="rId38"/>
    <p:sldId id="258" r:id="rId40"/>
    <p:sldId id="259" r:id="rId41"/>
    <p:sldId id="260" r:id="rId42"/>
    <p:sldId id="261" r:id="rId43"/>
    <p:sldId id="262" r:id="rId4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" Target="slides/slide1.xml"/><Relationship Id="rId38" Type="http://schemas.openxmlformats.org/officeDocument/2006/relationships/slide" Target="slides/slide2.xml"/><Relationship Id="rId39" Type="http://schemas.openxmlformats.org/officeDocument/2006/relationships/presProps" Target="presProps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Manual effort scales with every test case added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Manual effort (engineer-days)</c:v>
                </c:pt>
              </c:strCache>
            </c:strRef>
          </c:tx>
          <c:spPr>
            <a:solidFill>
              <a:srgbClr val="0000B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10 test cases</c:v>
                </c:pt>
                <c:pt idx="1">
                  <c:v>25 test cases</c:v>
                </c:pt>
                <c:pt idx="2">
                  <c:v>50 test cases</c:v>
                </c:pt>
                <c:pt idx="3">
                  <c:v>100 test cases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12.5</c:v>
                </c:pt>
                <c:pt idx="2">
                  <c:v>25</c:v>
                </c:pt>
                <c:pt idx="3">
                  <c:v>50</c:v>
                </c:pt>
              </c:numCache>
            </c:numRef>
          </c:val>
        </c:ser>
        <c:dLbls>
          <c:numFmt formatCode="0&quot; days&quot;" sourceLinked="0"/>
          <c:txPr>
            <a:bodyPr/>
            <a:lstStyle/>
            <a:p>
              <a:pPr>
                <a:defRPr sz="1150" b="1">
                  <a:solidFill>
                    <a:srgbClr val="0000B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CEE"/>
            </a:solidFill>
          </a:ln>
        </c:spPr>
        <c:txPr>
          <a:bodyPr/>
          <a:lstStyle/>
          <a:p>
            <a:pPr>
              <a:defRPr sz="1100">
                <a:latin typeface="DM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2F720CB-275D-46B5-AFCD-372F0CF8BE15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229E2F-2612-4CDD-B633-BD59BF0327CE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Cover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rge aud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33280" y="631080"/>
            <a:ext cx="11958120" cy="44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E26DC47-6428-4692-9CE9-4E5D416B0F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055984-1B51-430A-AD6E-B20057E9918B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afety 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7975AC7-6B2E-40E8-85BF-67ACC5A36F20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633FE2F-662B-45F5-A5C9-1289F6AA6394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afety 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A5F0245-6E09-4FF9-B11E-52D54C79B9CE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F785882-1753-4531-A82C-5579D79A66A6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0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Quot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CA5F90E-55D7-4D50-9E8A-ED0B753D7F9B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over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A3C3831-441C-420D-8F51-B3199879BBC0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8590206B-B990-4BD6-A365-F6B1EB80B0EE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oc - 2 columns without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4E677C1-B5E2-464E-9975-24BE8D5E9F87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233280" y="631080"/>
            <a:ext cx="11958120" cy="44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over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ocess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2B438123-360E-4BA9-8A72-7395739ED4DB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wmf"/><Relationship Id="rId8" Type="http://schemas.openxmlformats.org/officeDocument/2006/relationships/image" Target="../media/image12.wmf"/><Relationship Id="rId9" Type="http://schemas.openxmlformats.org/officeDocument/2006/relationships/image" Target="../media/image13.wmf"/><Relationship Id="rId10" Type="http://schemas.openxmlformats.org/officeDocument/2006/relationships/image" Target="../media/image14.wmf"/><Relationship Id="rId11" Type="http://schemas.openxmlformats.org/officeDocument/2006/relationships/image" Target="../media/image15.wmf"/><Relationship Id="rId12" Type="http://schemas.openxmlformats.org/officeDocument/2006/relationships/image" Target="../media/image16.wmf"/><Relationship Id="rId13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slideLayout" Target="../slideLayouts/slideLayout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wmf"/><Relationship Id="rId8" Type="http://schemas.openxmlformats.org/officeDocument/2006/relationships/image" Target="../media/image12.wmf"/><Relationship Id="rId9" Type="http://schemas.openxmlformats.org/officeDocument/2006/relationships/image" Target="../media/image13.wmf"/><Relationship Id="rId10" Type="http://schemas.openxmlformats.org/officeDocument/2006/relationships/image" Target="../media/image14.wmf"/><Relationship Id="rId11" Type="http://schemas.openxmlformats.org/officeDocument/2006/relationships/image" Target="../media/image15.wmf"/><Relationship Id="rId12" Type="http://schemas.openxmlformats.org/officeDocument/2006/relationships/image" Target="../media/image16.wmf"/><Relationship Id="rId13" Type="http://schemas.openxmlformats.org/officeDocument/2006/relationships/slideLayout" Target="../slideLayouts/slideLayout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svg"/><Relationship Id="rId10" Type="http://schemas.openxmlformats.org/officeDocument/2006/relationships/slideLayout" Target="../slideLayouts/slideLayout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3.png"/><Relationship Id="rId8" Type="http://schemas.openxmlformats.org/officeDocument/2006/relationships/slideLayout" Target="../slideLayouts/slideLayout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image" Target="../media/image24.png"/><Relationship Id="rId10" Type="http://schemas.openxmlformats.org/officeDocument/2006/relationships/image" Target="../media/image25.svg"/><Relationship Id="rId11" Type="http://schemas.openxmlformats.org/officeDocument/2006/relationships/slideLayout" Target="../slideLayouts/slideLayout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slideLayout" Target="../slideLayouts/slideLayout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26.png"/><Relationship Id="rId3" Type="http://schemas.openxmlformats.org/officeDocument/2006/relationships/image" Target="../media/image27.svg"/><Relationship Id="rId4" Type="http://schemas.openxmlformats.org/officeDocument/2006/relationships/image" Target="../media/image28.png"/><Relationship Id="rId5" Type="http://schemas.openxmlformats.org/officeDocument/2006/relationships/image" Target="../media/image29.svg"/><Relationship Id="rId6" Type="http://schemas.openxmlformats.org/officeDocument/2006/relationships/image" Target="../media/image30.png"/><Relationship Id="rId7" Type="http://schemas.openxmlformats.org/officeDocument/2006/relationships/image" Target="../media/image31.sv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svg"/><Relationship Id="rId11" Type="http://schemas.openxmlformats.org/officeDocument/2006/relationships/image" Target="../media/image1.png"/><Relationship Id="rId12" Type="http://schemas.openxmlformats.org/officeDocument/2006/relationships/image" Target="../media/image2.pn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hyperlink" Target="http://tatatechnologies.com/" TargetMode="External"/><Relationship Id="rId16" Type="http://schemas.openxmlformats.org/officeDocument/2006/relationships/hyperlink" Target="https://www.linkedin.com/company/tata-technologies" TargetMode="External"/><Relationship Id="rId17" Type="http://schemas.openxmlformats.org/officeDocument/2006/relationships/hyperlink" Target="https://www.instagram.com/tatatechnologies/" TargetMode="External"/><Relationship Id="rId18" Type="http://schemas.openxmlformats.org/officeDocument/2006/relationships/hyperlink" Target="https://twitter.com/tatatech_news?s=11&amp;t=fgv6pWVIZCV4O0Z1gAQ2kQ" TargetMode="External"/><Relationship Id="rId19" Type="http://schemas.openxmlformats.org/officeDocument/2006/relationships/hyperlink" Target="https://www.youtube.com/user/tatatechnologies" TargetMode="External"/><Relationship Id="rId20" Type="http://schemas.openxmlformats.org/officeDocument/2006/relationships/hyperlink" Target="https://www.facebook.com/TataTechnologies/" TargetMode="External"/><Relationship Id="rId21" Type="http://schemas.openxmlformats.org/officeDocument/2006/relationships/image" Target="../media/image3.png"/><Relationship Id="rId22" Type="http://schemas.openxmlformats.org/officeDocument/2006/relationships/image" Target="../media/image4.png"/><Relationship Id="rId23" Type="http://schemas.openxmlformats.org/officeDocument/2006/relationships/image" Target="../media/image5.svg"/><Relationship Id="rId24" Type="http://schemas.openxmlformats.org/officeDocument/2006/relationships/image" Target="../media/image35.png"/><Relationship Id="rId25" Type="http://schemas.openxmlformats.org/officeDocument/2006/relationships/image" Target="../media/image36.svg"/><Relationship Id="rId26" Type="http://schemas.openxmlformats.org/officeDocument/2006/relationships/slideLayout" Target="../slideLayouts/slideLayout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7"/>
          <p:cNvGrpSpPr/>
          <p:nvPr/>
        </p:nvGrpSpPr>
        <p:grpSpPr>
          <a:xfrm>
            <a:off x="11084040" y="316800"/>
            <a:ext cx="761400" cy="157680"/>
            <a:chOff x="11084040" y="316800"/>
            <a:chExt cx="761400" cy="157680"/>
          </a:xfrm>
        </p:grpSpPr>
        <p:sp>
          <p:nvSpPr>
            <p:cNvPr id="1" name="object 6"/>
            <p:cNvSpPr/>
            <p:nvPr/>
          </p:nvSpPr>
          <p:spPr>
            <a:xfrm>
              <a:off x="1146744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2" name="object 7"/>
            <p:cNvSpPr/>
            <p:nvPr/>
          </p:nvSpPr>
          <p:spPr>
            <a:xfrm>
              <a:off x="1170288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" name="object 8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4" name="object 9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" name="object 22"/>
            <p:cNvSpPr/>
            <p:nvPr/>
          </p:nvSpPr>
          <p:spPr>
            <a:xfrm>
              <a:off x="11363760" y="33876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8" name="object 23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9" name="object 24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0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2" name="TextBox 3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sldNum" idx="1"/>
          </p:nvPr>
        </p:nvSpPr>
        <p:spPr>
          <a:xfrm>
            <a:off x="0" y="6356520"/>
            <a:ext cx="4910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800" spc="-1" strike="noStrike">
                <a:solidFill>
                  <a:schemeClr val="lt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EFD222-4403-4D00-BC55-497B4A37BF24}" type="slidenum">
              <a:rPr b="0" lang="en-GB" sz="800" spc="-1" strike="noStrike">
                <a:solidFill>
                  <a:schemeClr val="lt1"/>
                </a:solidFill>
                <a:latin typeface="DM Sans"/>
              </a:rPr>
              <a:t>2</a:t>
            </a:fld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" name="Picture 2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5160" cy="126000"/>
          </a:xfrm>
          <a:prstGeom prst="rect">
            <a:avLst/>
          </a:prstGeom>
          <a:ln w="0">
            <a:noFill/>
          </a:ln>
        </p:spPr>
      </p:pic>
      <p:pic>
        <p:nvPicPr>
          <p:cNvPr id="15" name="Graphic 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5160" cy="168480"/>
          </a:xfrm>
          <a:prstGeom prst="rect">
            <a:avLst/>
          </a:prstGeom>
          <a:ln w="0">
            <a:noFill/>
          </a:ln>
        </p:spPr>
      </p:pic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245520" y="833400"/>
            <a:ext cx="11598120" cy="84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chemeClr val="lt1"/>
                </a:solidFill>
                <a:latin typeface="DM Sans"/>
              </a:rPr>
              <a:t>Click to edit Master title</a:t>
            </a:r>
            <a:endParaRPr b="0" lang="en-US" sz="2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245520" y="1855440"/>
            <a:ext cx="11598120" cy="432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lt1"/>
                </a:solidFill>
                <a:latin typeface="DM Sans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lt1"/>
                </a:solidFill>
                <a:latin typeface="DM Sans"/>
              </a:rPr>
              <a:t>Second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lt1"/>
                </a:solidFill>
                <a:latin typeface="DM Sans"/>
              </a:rPr>
              <a:t>Third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lt1"/>
                </a:solidFill>
                <a:latin typeface="DM Sans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lt1"/>
                </a:solidFill>
                <a:latin typeface="DM Sans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18" name="hcSlideMaster87.Blank blu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hcSlideMaster78.Blank blu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hcSlideMaster253.Blank blu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hcSlideMaster.Blank blu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9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9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23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4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25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6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8" name="TextBox 2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sldNum" idx="2"/>
          </p:nvPr>
        </p:nvSpPr>
        <p:spPr>
          <a:xfrm>
            <a:off x="0" y="6356520"/>
            <a:ext cx="4910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82A5E7-CAFE-4117-9270-32F8658D7F94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0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pic>
        <p:nvPicPr>
          <p:cNvPr id="31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245520" y="833400"/>
            <a:ext cx="11598120" cy="84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chemeClr val="dk1"/>
                </a:solidFill>
                <a:latin typeface="DM Sans"/>
              </a:rPr>
              <a:t>Click to edit Master title</a:t>
            </a:r>
            <a:endParaRPr b="0" lang="en-US" sz="2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245520" y="1855440"/>
            <a:ext cx="11598120" cy="432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Second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Third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34" name="hcSlideMaster87.Blank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hcSlideMaster169.Blank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hcSlideMaster68.Blank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hcSlideMaster.Blank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hcSlideMaster253.1_Blank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hcSlideMaster.1_Blank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7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8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41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2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43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4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5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46" name="Picture 14" descr=""/>
          <p:cNvPicPr/>
          <p:nvPr/>
        </p:nvPicPr>
        <p:blipFill>
          <a:blip r:embed="rId4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47" name="TextBox 15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2022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Graphic 1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33280" y="780120"/>
            <a:ext cx="10515240" cy="4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rgbClr val="0000b3"/>
                </a:solidFill>
                <a:latin typeface="DM Sans"/>
              </a:rPr>
              <a:t>Contents</a:t>
            </a:r>
            <a:endParaRPr b="0" lang="en-US" sz="2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50" name="hcSlideMaster130.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hcSlideMaster.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7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16"/>
          <p:cNvGrpSpPr/>
          <p:nvPr/>
        </p:nvGrpSpPr>
        <p:grpSpPr>
          <a:xfrm>
            <a:off x="11084040" y="316800"/>
            <a:ext cx="761400" cy="157680"/>
            <a:chOff x="11084040" y="316800"/>
            <a:chExt cx="761400" cy="157680"/>
          </a:xfrm>
        </p:grpSpPr>
        <p:sp>
          <p:nvSpPr>
            <p:cNvPr id="53" name="object 6"/>
            <p:cNvSpPr/>
            <p:nvPr/>
          </p:nvSpPr>
          <p:spPr>
            <a:xfrm>
              <a:off x="1146744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54" name="object 7"/>
            <p:cNvSpPr/>
            <p:nvPr/>
          </p:nvSpPr>
          <p:spPr>
            <a:xfrm>
              <a:off x="1170288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55" name="object 8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56" name="object 9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7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8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9" name="object 22"/>
            <p:cNvSpPr/>
            <p:nvPr/>
          </p:nvSpPr>
          <p:spPr>
            <a:xfrm>
              <a:off x="11363760" y="33876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60" name="object 23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61" name="object 24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62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3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64" name="TextBox 35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body"/>
          </p:nvPr>
        </p:nvSpPr>
        <p:spPr>
          <a:xfrm>
            <a:off x="5934240" y="816840"/>
            <a:ext cx="6257520" cy="517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</p:txBody>
      </p:sp>
      <p:grpSp>
        <p:nvGrpSpPr>
          <p:cNvPr id="66" name="object 8"/>
          <p:cNvGrpSpPr/>
          <p:nvPr/>
        </p:nvGrpSpPr>
        <p:grpSpPr>
          <a:xfrm>
            <a:off x="358920" y="1264680"/>
            <a:ext cx="660240" cy="835920"/>
            <a:chOff x="358920" y="1264680"/>
            <a:chExt cx="660240" cy="835920"/>
          </a:xfrm>
        </p:grpSpPr>
        <p:sp>
          <p:nvSpPr>
            <p:cNvPr id="67" name="object 9"/>
            <p:cNvSpPr/>
            <p:nvPr/>
          </p:nvSpPr>
          <p:spPr>
            <a:xfrm>
              <a:off x="547920" y="1578240"/>
              <a:ext cx="168480" cy="208440"/>
            </a:xfrm>
            <a:custGeom>
              <a:avLst/>
              <a:gdLst>
                <a:gd name="textAreaLeft" fmla="*/ 0 w 168480"/>
                <a:gd name="textAreaRight" fmla="*/ 168840 w 168480"/>
                <a:gd name="textAreaTop" fmla="*/ 0 h 208440"/>
                <a:gd name="textAreaBottom" fmla="*/ 208800 h 208440"/>
              </a:gdLst>
              <a:ahLst/>
              <a:rect l="textAreaLeft" t="textAreaTop" r="textAreaRight" b="textAreaBottom"/>
              <a:pathLst>
                <a:path w="282575" h="349250">
                  <a:moveTo>
                    <a:pt x="147482" y="349204"/>
                  </a:moveTo>
                  <a:lnTo>
                    <a:pt x="0" y="349204"/>
                  </a:lnTo>
                  <a:lnTo>
                    <a:pt x="0" y="0"/>
                  </a:lnTo>
                  <a:lnTo>
                    <a:pt x="282504" y="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8" name="object 10"/>
            <p:cNvSpPr/>
            <p:nvPr/>
          </p:nvSpPr>
          <p:spPr>
            <a:xfrm>
              <a:off x="457920" y="1488240"/>
              <a:ext cx="293400" cy="388440"/>
            </a:xfrm>
            <a:custGeom>
              <a:avLst/>
              <a:gdLst>
                <a:gd name="textAreaLeft" fmla="*/ 0 w 293400"/>
                <a:gd name="textAreaRight" fmla="*/ 293760 w 293400"/>
                <a:gd name="textAreaTop" fmla="*/ 0 h 388440"/>
                <a:gd name="textAreaBottom" fmla="*/ 388800 h 388440"/>
              </a:gdLst>
              <a:ahLst/>
              <a:rect l="textAreaLeft" t="textAreaTop" r="textAreaRight" b="textAreaBottom"/>
              <a:pathLst>
                <a:path w="490855" h="650239">
                  <a:moveTo>
                    <a:pt x="490718" y="0"/>
                  </a:moveTo>
                  <a:lnTo>
                    <a:pt x="0" y="0"/>
                  </a:lnTo>
                  <a:lnTo>
                    <a:pt x="0" y="649875"/>
                  </a:lnTo>
                  <a:lnTo>
                    <a:pt x="240013" y="649875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9" name="object 11"/>
            <p:cNvSpPr/>
            <p:nvPr/>
          </p:nvSpPr>
          <p:spPr>
            <a:xfrm>
              <a:off x="358920" y="1389240"/>
              <a:ext cx="407160" cy="586440"/>
            </a:xfrm>
            <a:custGeom>
              <a:avLst/>
              <a:gdLst>
                <a:gd name="textAreaLeft" fmla="*/ 0 w 407160"/>
                <a:gd name="textAreaRight" fmla="*/ 407520 w 407160"/>
                <a:gd name="textAreaTop" fmla="*/ 0 h 586440"/>
                <a:gd name="textAreaBottom" fmla="*/ 586800 h 586440"/>
              </a:gdLst>
              <a:ahLst/>
              <a:rect l="textAreaLeft" t="textAreaTop" r="textAreaRight" b="textAreaBottom"/>
              <a:pathLst>
                <a:path w="681355" h="981075">
                  <a:moveTo>
                    <a:pt x="341790" y="980912"/>
                  </a:moveTo>
                  <a:lnTo>
                    <a:pt x="314932" y="980912"/>
                  </a:lnTo>
                  <a:lnTo>
                    <a:pt x="314932" y="880580"/>
                  </a:lnTo>
                  <a:lnTo>
                    <a:pt x="100447" y="880580"/>
                  </a:lnTo>
                  <a:lnTo>
                    <a:pt x="100447" y="666335"/>
                  </a:lnTo>
                  <a:lnTo>
                    <a:pt x="0" y="666335"/>
                  </a:lnTo>
                  <a:lnTo>
                    <a:pt x="0" y="601824"/>
                  </a:lnTo>
                  <a:lnTo>
                    <a:pt x="100447" y="601824"/>
                  </a:lnTo>
                  <a:lnTo>
                    <a:pt x="100447" y="379087"/>
                  </a:lnTo>
                  <a:lnTo>
                    <a:pt x="0" y="379087"/>
                  </a:lnTo>
                  <a:lnTo>
                    <a:pt x="0" y="314566"/>
                  </a:lnTo>
                  <a:lnTo>
                    <a:pt x="100447" y="314566"/>
                  </a:lnTo>
                  <a:lnTo>
                    <a:pt x="100447" y="100332"/>
                  </a:lnTo>
                  <a:lnTo>
                    <a:pt x="314932" y="100332"/>
                  </a:lnTo>
                  <a:lnTo>
                    <a:pt x="314932" y="0"/>
                  </a:lnTo>
                  <a:lnTo>
                    <a:pt x="379517" y="0"/>
                  </a:lnTo>
                  <a:lnTo>
                    <a:pt x="379517" y="100332"/>
                  </a:lnTo>
                  <a:lnTo>
                    <a:pt x="602505" y="100332"/>
                  </a:lnTo>
                  <a:lnTo>
                    <a:pt x="602505" y="0"/>
                  </a:lnTo>
                  <a:lnTo>
                    <a:pt x="667100" y="0"/>
                  </a:lnTo>
                  <a:lnTo>
                    <a:pt x="667100" y="100332"/>
                  </a:lnTo>
                  <a:lnTo>
                    <a:pt x="681172" y="100332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70" name="object 12"/>
            <p:cNvSpPr/>
            <p:nvPr/>
          </p:nvSpPr>
          <p:spPr>
            <a:xfrm>
              <a:off x="586440" y="1616760"/>
              <a:ext cx="113400" cy="131040"/>
            </a:xfrm>
            <a:custGeom>
              <a:avLst/>
              <a:gdLst>
                <a:gd name="textAreaLeft" fmla="*/ 0 w 113400"/>
                <a:gd name="textAreaRight" fmla="*/ 113760 w 113400"/>
                <a:gd name="textAreaTop" fmla="*/ 0 h 131040"/>
                <a:gd name="textAreaBottom" fmla="*/ 131400 h 131040"/>
              </a:gdLst>
              <a:ahLst/>
              <a:rect l="textAreaLeft" t="textAreaTop" r="textAreaRight" b="textAreaBottom"/>
              <a:pathLst>
                <a:path w="190500" h="219710">
                  <a:moveTo>
                    <a:pt x="0" y="219658"/>
                  </a:moveTo>
                  <a:lnTo>
                    <a:pt x="105965" y="219658"/>
                  </a:lnTo>
                  <a:lnTo>
                    <a:pt x="189899" y="0"/>
                  </a:lnTo>
                  <a:lnTo>
                    <a:pt x="0" y="0"/>
                  </a:lnTo>
                  <a:lnTo>
                    <a:pt x="0" y="219658"/>
                  </a:lnTo>
                  <a:close/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71" name="object 13"/>
            <p:cNvSpPr/>
            <p:nvPr/>
          </p:nvSpPr>
          <p:spPr>
            <a:xfrm>
              <a:off x="516240" y="1264680"/>
              <a:ext cx="319680" cy="835920"/>
            </a:xfrm>
            <a:custGeom>
              <a:avLst/>
              <a:gdLst>
                <a:gd name="textAreaLeft" fmla="*/ 0 w 319680"/>
                <a:gd name="textAreaRight" fmla="*/ 320040 w 319680"/>
                <a:gd name="textAreaTop" fmla="*/ 0 h 835920"/>
                <a:gd name="textAreaBottom" fmla="*/ 836280 h 83592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72" name="object 14"/>
            <p:cNvSpPr/>
            <p:nvPr/>
          </p:nvSpPr>
          <p:spPr>
            <a:xfrm>
              <a:off x="561960" y="1264680"/>
              <a:ext cx="319680" cy="835920"/>
            </a:xfrm>
            <a:custGeom>
              <a:avLst/>
              <a:gdLst>
                <a:gd name="textAreaLeft" fmla="*/ 0 w 319680"/>
                <a:gd name="textAreaRight" fmla="*/ 320040 w 319680"/>
                <a:gd name="textAreaTop" fmla="*/ 0 h 835920"/>
                <a:gd name="textAreaBottom" fmla="*/ 836280 h 83592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73" name="object 15"/>
            <p:cNvSpPr/>
            <p:nvPr/>
          </p:nvSpPr>
          <p:spPr>
            <a:xfrm>
              <a:off x="607680" y="1264680"/>
              <a:ext cx="319680" cy="835920"/>
            </a:xfrm>
            <a:custGeom>
              <a:avLst/>
              <a:gdLst>
                <a:gd name="textAreaLeft" fmla="*/ 0 w 319680"/>
                <a:gd name="textAreaRight" fmla="*/ 320040 w 319680"/>
                <a:gd name="textAreaTop" fmla="*/ 0 h 835920"/>
                <a:gd name="textAreaBottom" fmla="*/ 836280 h 83592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183e5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74" name="object 16"/>
            <p:cNvSpPr/>
            <p:nvPr/>
          </p:nvSpPr>
          <p:spPr>
            <a:xfrm>
              <a:off x="607680" y="1264680"/>
              <a:ext cx="411480" cy="835920"/>
            </a:xfrm>
            <a:custGeom>
              <a:avLst/>
              <a:gdLst>
                <a:gd name="textAreaLeft" fmla="*/ 0 w 411480"/>
                <a:gd name="textAreaRight" fmla="*/ 411840 w 411480"/>
                <a:gd name="textAreaTop" fmla="*/ 0 h 835920"/>
                <a:gd name="textAreaBottom" fmla="*/ 836280 h 835920"/>
              </a:gdLst>
              <a:ahLst/>
              <a:rect l="textAreaLeft" t="textAreaTop" r="textAreaRight" b="textAreaBottom"/>
              <a:pathLst>
                <a:path w="688339" h="1398270">
                  <a:moveTo>
                    <a:pt x="535837" y="0"/>
                  </a:moveTo>
                  <a:lnTo>
                    <a:pt x="0" y="1398020"/>
                  </a:lnTo>
                </a:path>
                <a:path w="688339" h="1398270">
                  <a:moveTo>
                    <a:pt x="687979" y="0"/>
                  </a:moveTo>
                  <a:lnTo>
                    <a:pt x="152141" y="139802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75" name="object 17"/>
            <p:cNvSpPr/>
            <p:nvPr/>
          </p:nvSpPr>
          <p:spPr>
            <a:xfrm>
              <a:off x="653400" y="1264680"/>
              <a:ext cx="319680" cy="835920"/>
            </a:xfrm>
            <a:custGeom>
              <a:avLst/>
              <a:gdLst>
                <a:gd name="textAreaLeft" fmla="*/ 0 w 319680"/>
                <a:gd name="textAreaRight" fmla="*/ 320040 w 319680"/>
                <a:gd name="textAreaTop" fmla="*/ 0 h 835920"/>
                <a:gd name="textAreaBottom" fmla="*/ 836280 h 83592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</p:grpSp>
      <p:pic>
        <p:nvPicPr>
          <p:cNvPr id="76" name="Picture 2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5160" cy="126000"/>
          </a:xfrm>
          <a:prstGeom prst="rect">
            <a:avLst/>
          </a:prstGeom>
          <a:ln w="0">
            <a:noFill/>
          </a:ln>
        </p:spPr>
      </p:pic>
      <p:pic>
        <p:nvPicPr>
          <p:cNvPr id="77" name="Graphic 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5160" cy="168480"/>
          </a:xfrm>
          <a:prstGeom prst="rect">
            <a:avLst/>
          </a:prstGeom>
          <a:ln w="0">
            <a:noFill/>
          </a:ln>
        </p:spPr>
      </p:pic>
      <p:sp>
        <p:nvSpPr>
          <p:cNvPr id="78" name="PlaceHolder 2"/>
          <p:cNvSpPr>
            <a:spLocks noGrp="1"/>
          </p:cNvSpPr>
          <p:nvPr>
            <p:ph type="title"/>
          </p:nvPr>
        </p:nvSpPr>
        <p:spPr>
          <a:xfrm>
            <a:off x="245520" y="2600280"/>
            <a:ext cx="5223240" cy="131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3600" spc="-1" strike="noStrike">
                <a:solidFill>
                  <a:srgbClr val="628bff"/>
                </a:solidFill>
                <a:latin typeface="DM Sans"/>
              </a:rPr>
              <a:t>Click to edit title</a:t>
            </a:r>
            <a:endParaRPr b="0" lang="en-US" sz="36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245520" y="4004280"/>
            <a:ext cx="4291560" cy="79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chemeClr val="lt1"/>
                </a:solidFill>
                <a:latin typeface="DM Sans"/>
              </a:rPr>
              <a:t>Click here to edit subheading</a:t>
            </a:r>
            <a:endParaRPr b="0" lang="en-US" sz="24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245520" y="4891680"/>
            <a:ext cx="4291560" cy="41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GB" sz="1600" spc="-1" strike="noStrike">
                <a:solidFill>
                  <a:schemeClr val="lt1"/>
                </a:solidFill>
                <a:latin typeface="DM Sans"/>
              </a:rPr>
              <a:t>Enter Date or Document Version</a:t>
            </a:r>
            <a:endParaRPr b="0" lang="en-US" sz="16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81" name="hcSlideMaster87.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hcSlideMaster169.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hcSlideMaster68.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hcSlideMaster.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hcSlideMaster253.1_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hcSlideMaster.1_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9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41520" y="727200"/>
            <a:ext cx="10968120" cy="1145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 defTabSz="1219320"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chemeClr val="dk2"/>
                </a:solidFill>
                <a:latin typeface="Century Gothic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41520" y="1971720"/>
            <a:ext cx="10965960" cy="40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87360" indent="-387360" defTabSz="1219320">
              <a:lnSpc>
                <a:spcPct val="100000"/>
              </a:lnSpc>
              <a:buClr>
                <a:srgbClr val="618bff"/>
              </a:buClr>
              <a:buSzPct val="120000"/>
              <a:buFont typeface="Wingdings" charset="2"/>
              <a:buChar char=""/>
            </a:pPr>
            <a:r>
              <a:rPr b="0" lang="en-US" sz="2660" spc="-1" strike="noStrike">
                <a:solidFill>
                  <a:schemeClr val="dk1"/>
                </a:solidFill>
                <a:latin typeface="Century Gothic"/>
              </a:rPr>
              <a:t>CLICK TO EDIT MASTER TEXT STYLES</a:t>
            </a:r>
            <a:endParaRPr b="0" lang="en-US" sz="2660" spc="-1" strike="noStrike">
              <a:solidFill>
                <a:schemeClr val="dk1"/>
              </a:solidFill>
              <a:latin typeface="DM Sans"/>
            </a:endParaRPr>
          </a:p>
          <a:p>
            <a:pPr lvl="2" marL="762120" indent="-372600" defTabSz="1219320">
              <a:lnSpc>
                <a:spcPct val="100000"/>
              </a:lnSpc>
              <a:buClr>
                <a:srgbClr val="618bff"/>
              </a:buClr>
              <a:buSzPct val="90000"/>
              <a:buFont typeface="Arial"/>
              <a:buChar char="–"/>
            </a:pPr>
            <a:r>
              <a:rPr b="0" lang="en-US" sz="2660" spc="-1" strike="noStrike">
                <a:solidFill>
                  <a:schemeClr val="dk1"/>
                </a:solidFill>
                <a:latin typeface="Century Gothic"/>
              </a:rPr>
              <a:t>SECOND LEVEL</a:t>
            </a:r>
            <a:endParaRPr b="0" lang="en-US" sz="2660" spc="-1" strike="noStrike">
              <a:solidFill>
                <a:schemeClr val="dk1"/>
              </a:solidFill>
              <a:latin typeface="DM Sans"/>
            </a:endParaRPr>
          </a:p>
          <a:p>
            <a:pPr lvl="3" marL="1134360" indent="-372600" defTabSz="1219320">
              <a:lnSpc>
                <a:spcPct val="100000"/>
              </a:lnSpc>
              <a:buClr>
                <a:srgbClr val="618bff"/>
              </a:buClr>
              <a:buSzPct val="80000"/>
              <a:buFont typeface="Wingdings" charset="2"/>
              <a:buChar char=""/>
            </a:pPr>
            <a:r>
              <a:rPr b="0" lang="en-US" sz="2660" spc="-1" strike="noStrike">
                <a:solidFill>
                  <a:schemeClr val="dk1"/>
                </a:solidFill>
                <a:latin typeface="Century Gothic"/>
              </a:rPr>
              <a:t>THIRD LEVEL</a:t>
            </a:r>
            <a:endParaRPr b="0" lang="en-US" sz="2660" spc="-1" strike="noStrike">
              <a:solidFill>
                <a:schemeClr val="dk1"/>
              </a:solidFill>
              <a:latin typeface="DM Sans"/>
            </a:endParaRPr>
          </a:p>
          <a:p>
            <a:pPr lvl="4" marL="1515600" indent="-380880" defTabSz="1244520">
              <a:lnSpc>
                <a:spcPct val="100000"/>
              </a:lnSpc>
              <a:buClr>
                <a:srgbClr val="618bff"/>
              </a:buClr>
              <a:buSzPct val="70000"/>
              <a:buFont typeface="Arial"/>
              <a:buChar char="–"/>
            </a:pPr>
            <a:r>
              <a:rPr b="0" lang="en-US" sz="2660" spc="-1" strike="noStrike">
                <a:solidFill>
                  <a:schemeClr val="dk1"/>
                </a:solidFill>
                <a:latin typeface="Century Gothic"/>
              </a:rPr>
              <a:t>FOURTH LEVEL</a:t>
            </a:r>
            <a:endParaRPr b="0" lang="en-US" sz="2660" spc="-1" strike="noStrike">
              <a:solidFill>
                <a:schemeClr val="dk1"/>
              </a:solidFill>
              <a:latin typeface="DM Sans"/>
            </a:endParaRPr>
          </a:p>
          <a:p>
            <a:pPr lvl="5" marL="1913400" indent="-380880" defTabSz="1219320">
              <a:lnSpc>
                <a:spcPct val="90000"/>
              </a:lnSpc>
              <a:buClr>
                <a:srgbClr val="618bff"/>
              </a:buClr>
              <a:buSzPct val="60000"/>
              <a:buFont typeface="Wingdings" charset="2"/>
              <a:buChar char=""/>
            </a:pPr>
            <a:r>
              <a:rPr b="0" lang="en-US" sz="2660" spc="-1" strike="noStrike">
                <a:solidFill>
                  <a:schemeClr val="dk1"/>
                </a:solidFill>
                <a:latin typeface="Century Gothic"/>
              </a:rPr>
              <a:t>FIFTH LEVEL</a:t>
            </a:r>
            <a:endParaRPr b="0" lang="en-US" sz="266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89" name="hcSlideMaster.Large audienc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ftr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dt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5"/>
          </p:nvPr>
        </p:nvSpPr>
        <p:spPr>
          <a:xfrm>
            <a:off x="0" y="6356520"/>
            <a:ext cx="4910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5A12A9-4303-481A-90F4-9FE7B1EBFE3E}" type="slidenum"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hcSlideMaster.Blank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bg object 54"/>
          <p:cNvSpPr/>
          <p:nvPr/>
        </p:nvSpPr>
        <p:spPr>
          <a:xfrm>
            <a:off x="0" y="520200"/>
            <a:ext cx="59040" cy="46800"/>
          </a:xfrm>
          <a:custGeom>
            <a:avLst/>
            <a:gdLst>
              <a:gd name="textAreaLeft" fmla="*/ 0 w 59040"/>
              <a:gd name="textAreaRight" fmla="*/ 59400 w 59040"/>
              <a:gd name="textAreaTop" fmla="*/ 0 h 46800"/>
              <a:gd name="textAreaBottom" fmla="*/ 47160 h 46800"/>
            </a:gdLst>
            <a:ahLst/>
            <a:rect l="textAreaLeft" t="textAreaTop" r="textAreaRight" b="textAreaBottom"/>
            <a:pathLst>
              <a:path w="52069" h="52070">
                <a:moveTo>
                  <a:pt x="51803" y="0"/>
                </a:moveTo>
                <a:lnTo>
                  <a:pt x="0" y="0"/>
                </a:lnTo>
                <a:lnTo>
                  <a:pt x="0" y="51803"/>
                </a:lnTo>
                <a:lnTo>
                  <a:pt x="51803" y="51803"/>
                </a:lnTo>
                <a:lnTo>
                  <a:pt x="51803" y="0"/>
                </a:lnTo>
                <a:close/>
              </a:path>
            </a:pathLst>
          </a:custGeom>
          <a:solidFill>
            <a:srgbClr val="babcbe">
              <a:alpha val="1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629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97" name="hcSlideMaster.Title and Content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228240" y="849240"/>
            <a:ext cx="1172700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chemeClr val="dk2"/>
                </a:solidFill>
                <a:latin typeface="DM Sans"/>
              </a:rPr>
              <a:t>Click to edit title</a:t>
            </a:r>
            <a:endParaRPr b="0" lang="en-US" sz="2800" spc="-1" strike="noStrike">
              <a:solidFill>
                <a:schemeClr val="dk1"/>
              </a:solidFill>
              <a:latin typeface="DM Sans"/>
            </a:endParaRPr>
          </a:p>
        </p:txBody>
      </p:sp>
      <p:grpSp>
        <p:nvGrpSpPr>
          <p:cNvPr id="99" name="Group 13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100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01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102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03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04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05" name="TextBox 22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pic>
        <p:nvPicPr>
          <p:cNvPr id="107" name="Picture 3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245520" y="1794240"/>
            <a:ext cx="11709720" cy="4382280"/>
          </a:xfrm>
          <a:prstGeom prst="rect">
            <a:avLst/>
          </a:prstGeom>
          <a:noFill/>
          <a:ln w="0">
            <a:noFill/>
          </a:ln>
        </p:spPr>
        <p:txBody>
          <a:bodyPr numCol="2" spcCol="252000" lIns="91440" rIns="91440" tIns="45720" bIns="45720" anchor="t">
            <a:no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DM Sans"/>
              </a:rPr>
              <a:t>Click here to edit content text</a:t>
            </a:r>
            <a:endParaRPr b="0" lang="en-US" sz="16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6"/>
          </p:nvPr>
        </p:nvSpPr>
        <p:spPr>
          <a:xfrm>
            <a:off x="0" y="6356520"/>
            <a:ext cx="4910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D1CF74-DE5D-405A-9285-CDB33DF9344F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hcSlideMaster.Title only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7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8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112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13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114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15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6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117" name="Picture 14" descr=""/>
          <p:cNvPicPr/>
          <p:nvPr/>
        </p:nvPicPr>
        <p:blipFill>
          <a:blip r:embed="rId4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118" name="TextBox 15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Graphic 1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233280" y="685440"/>
            <a:ext cx="10515240" cy="4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340" spc="-1" strike="noStrike">
                <a:solidFill>
                  <a:srgbClr val="0000b3"/>
                </a:solidFill>
                <a:latin typeface="DM Sans"/>
              </a:rPr>
              <a:t>Contents</a:t>
            </a:r>
            <a:endParaRPr b="0" lang="en-US" sz="234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121" name="hcSlideMaster.6_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hcSlideMaster.7_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7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oup 6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124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25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126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27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8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29" name="TextBox 12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0000b3"/>
                </a:solidFill>
                <a:latin typeface="DM Sans"/>
              </a:rPr>
              <a:t>© Copyright 2023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Graphic 1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pic>
        <p:nvPicPr>
          <p:cNvPr id="131" name="Picture 1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132" name="Title 1"/>
          <p:cNvSpPr/>
          <p:nvPr/>
        </p:nvSpPr>
        <p:spPr>
          <a:xfrm>
            <a:off x="905040" y="849240"/>
            <a:ext cx="117270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GB" sz="2800" spc="-1" strike="noStrike">
                <a:solidFill>
                  <a:srgbClr val="0000b3"/>
                </a:solidFill>
                <a:latin typeface="DM Sans"/>
              </a:rPr>
              <a:t>Safety Pause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Placeholder 6"/>
          <p:cNvSpPr/>
          <p:nvPr/>
        </p:nvSpPr>
        <p:spPr>
          <a:xfrm>
            <a:off x="245520" y="1783800"/>
            <a:ext cx="3560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10c6b3"/>
                </a:solidFill>
                <a:latin typeface="DM Sans"/>
              </a:rPr>
              <a:t>SAFETY AT HOME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Placeholder 6"/>
          <p:cNvSpPr/>
          <p:nvPr/>
        </p:nvSpPr>
        <p:spPr>
          <a:xfrm>
            <a:off x="3613680" y="964440"/>
            <a:ext cx="3560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10c6b3"/>
                </a:solidFill>
                <a:latin typeface="DM Sans"/>
              </a:rPr>
              <a:t>SAFETY MEASURES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Placeholder 6"/>
          <p:cNvSpPr/>
          <p:nvPr/>
        </p:nvSpPr>
        <p:spPr>
          <a:xfrm>
            <a:off x="1010880" y="2322000"/>
            <a:ext cx="279468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2" spcCol="252000"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DM Sans"/>
              </a:rPr>
              <a:t>COVID-19 Precaution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9"/>
          <p:cNvSpPr/>
          <p:nvPr/>
        </p:nvSpPr>
        <p:spPr>
          <a:xfrm>
            <a:off x="1010880" y="3364200"/>
            <a:ext cx="209916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Look out for any Fire Alarm. Also, please be aware of emergency exits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20"/>
          <p:cNvSpPr/>
          <p:nvPr/>
        </p:nvSpPr>
        <p:spPr>
          <a:xfrm>
            <a:off x="1010880" y="4847760"/>
            <a:ext cx="1962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Take care of your posture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Picture 21" descr=""/>
          <p:cNvPicPr/>
          <p:nvPr/>
        </p:nvPicPr>
        <p:blipFill>
          <a:blip r:embed="rId7"/>
          <a:stretch/>
        </p:blipFill>
        <p:spPr>
          <a:xfrm>
            <a:off x="333360" y="798480"/>
            <a:ext cx="571320" cy="597240"/>
          </a:xfrm>
          <a:prstGeom prst="rect">
            <a:avLst/>
          </a:prstGeom>
          <a:ln w="0">
            <a:noFill/>
          </a:ln>
        </p:spPr>
      </p:pic>
      <p:pic>
        <p:nvPicPr>
          <p:cNvPr id="139" name="Picture 22" descr=""/>
          <p:cNvPicPr/>
          <p:nvPr/>
        </p:nvPicPr>
        <p:blipFill>
          <a:blip r:embed="rId8"/>
          <a:stretch/>
        </p:blipFill>
        <p:spPr>
          <a:xfrm>
            <a:off x="333360" y="2242800"/>
            <a:ext cx="632520" cy="474120"/>
          </a:xfrm>
          <a:prstGeom prst="rect">
            <a:avLst/>
          </a:prstGeom>
          <a:ln w="0">
            <a:noFill/>
          </a:ln>
        </p:spPr>
      </p:pic>
      <p:pic>
        <p:nvPicPr>
          <p:cNvPr id="140" name="Picture 23" descr=""/>
          <p:cNvPicPr/>
          <p:nvPr/>
        </p:nvPicPr>
        <p:blipFill>
          <a:blip r:embed="rId9"/>
          <a:stretch/>
        </p:blipFill>
        <p:spPr>
          <a:xfrm>
            <a:off x="333360" y="3442320"/>
            <a:ext cx="556560" cy="528480"/>
          </a:xfrm>
          <a:prstGeom prst="rect">
            <a:avLst/>
          </a:prstGeom>
          <a:ln w="0">
            <a:noFill/>
          </a:ln>
        </p:spPr>
      </p:pic>
      <p:pic>
        <p:nvPicPr>
          <p:cNvPr id="141" name="Picture 24" descr=""/>
          <p:cNvPicPr/>
          <p:nvPr/>
        </p:nvPicPr>
        <p:blipFill>
          <a:blip r:embed="rId10"/>
          <a:stretch/>
        </p:blipFill>
        <p:spPr>
          <a:xfrm>
            <a:off x="333360" y="4772880"/>
            <a:ext cx="466200" cy="576000"/>
          </a:xfrm>
          <a:prstGeom prst="rect">
            <a:avLst/>
          </a:prstGeom>
          <a:ln w="0">
            <a:noFill/>
          </a:ln>
        </p:spPr>
      </p:pic>
      <p:sp>
        <p:nvSpPr>
          <p:cNvPr id="142" name="TextBox 25"/>
          <p:cNvSpPr/>
          <p:nvPr/>
        </p:nvSpPr>
        <p:spPr>
          <a:xfrm>
            <a:off x="3613320" y="2042280"/>
            <a:ext cx="356004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In case you are using a headset, please ensure the volume is such that you can hear fire alarms.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Look out for any Fire Alarm. Please be aware of emergency exits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26"/>
          <p:cNvSpPr/>
          <p:nvPr/>
        </p:nvSpPr>
        <p:spPr>
          <a:xfrm>
            <a:off x="3613680" y="3982320"/>
            <a:ext cx="2659320" cy="15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Keep your family members / fellow colleagues informed about where you are working so that they can alert you in case of any emergency. Please be aware of emergency contacts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Picture 27" descr=""/>
          <p:cNvPicPr/>
          <p:nvPr/>
        </p:nvPicPr>
        <p:blipFill>
          <a:blip r:embed="rId11"/>
          <a:stretch/>
        </p:blipFill>
        <p:spPr>
          <a:xfrm>
            <a:off x="3703680" y="3419280"/>
            <a:ext cx="762480" cy="513000"/>
          </a:xfrm>
          <a:prstGeom prst="rect">
            <a:avLst/>
          </a:prstGeom>
          <a:ln w="0">
            <a:noFill/>
          </a:ln>
        </p:spPr>
      </p:pic>
      <p:pic>
        <p:nvPicPr>
          <p:cNvPr id="145" name="Picture 28" descr=""/>
          <p:cNvPicPr/>
          <p:nvPr/>
        </p:nvPicPr>
        <p:blipFill>
          <a:blip r:embed="rId12"/>
          <a:stretch/>
        </p:blipFill>
        <p:spPr>
          <a:xfrm>
            <a:off x="3703680" y="1422000"/>
            <a:ext cx="537120" cy="579240"/>
          </a:xfrm>
          <a:prstGeom prst="rect">
            <a:avLst/>
          </a:prstGeom>
          <a:ln w="0">
            <a:noFill/>
          </a:ln>
        </p:spPr>
      </p:pic>
      <p:cxnSp>
        <p:nvCxnSpPr>
          <p:cNvPr id="146" name="Straight Connector 29"/>
          <p:cNvCxnSpPr/>
          <p:nvPr/>
        </p:nvCxnSpPr>
        <p:spPr>
          <a:xfrm>
            <a:off x="3211560" y="1579680"/>
            <a:ext cx="360" cy="407952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sp>
        <p:nvSpPr>
          <p:cNvPr id="147" name="PlaceHolder 1"/>
          <p:cNvSpPr>
            <a:spLocks noGrp="1"/>
          </p:cNvSpPr>
          <p:nvPr>
            <p:ph type="body"/>
          </p:nvPr>
        </p:nvSpPr>
        <p:spPr>
          <a:xfrm>
            <a:off x="6136920" y="914400"/>
            <a:ext cx="6054840" cy="474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148" name="hcSlideMaster125.Safety Paus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hcSlideMaster.Safety Paus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Num" idx="7"/>
          </p:nvPr>
        </p:nvSpPr>
        <p:spPr>
          <a:xfrm>
            <a:off x="0" y="6356520"/>
            <a:ext cx="4910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0A25CA-BEA1-4CF4-B779-24C3FA47C0D2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4059360" y="804240"/>
            <a:ext cx="6292080" cy="137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DM Sans"/>
              </a:rPr>
              <a:t>Click here to edit subheading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232560" y="2342160"/>
            <a:ext cx="11671560" cy="3834360"/>
          </a:xfrm>
          <a:prstGeom prst="rect">
            <a:avLst/>
          </a:prstGeom>
          <a:noFill/>
          <a:ln w="0">
            <a:noFill/>
          </a:ln>
        </p:spPr>
        <p:txBody>
          <a:bodyPr numCol="4" spcCol="252000" lIns="91440" rIns="91440" tIns="45720" bIns="45720" anchor="t">
            <a:no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DM Sans"/>
              </a:rPr>
              <a:t>Click here to edit content text</a:t>
            </a:r>
            <a:endParaRPr b="0" lang="en-US" sz="16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title"/>
          </p:nvPr>
        </p:nvSpPr>
        <p:spPr>
          <a:xfrm>
            <a:off x="228240" y="849240"/>
            <a:ext cx="3083760" cy="13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chemeClr val="dk1"/>
                </a:solidFill>
                <a:latin typeface="DM Sans"/>
              </a:rPr>
              <a:t>Click to edit title</a:t>
            </a:r>
            <a:endParaRPr b="0" lang="en-US" sz="2800" spc="-1" strike="noStrike">
              <a:solidFill>
                <a:schemeClr val="dk1"/>
              </a:solidFill>
              <a:latin typeface="DM Sans"/>
            </a:endParaRPr>
          </a:p>
        </p:txBody>
      </p:sp>
      <p:grpSp>
        <p:nvGrpSpPr>
          <p:cNvPr id="154" name="Group 15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155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56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157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58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59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60" name="TextBox 24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2023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Graphic 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pic>
        <p:nvPicPr>
          <p:cNvPr id="162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163" name="hcSlideMaster87.Content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hcSlideMaster125.Content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hcSlideMaster.Content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7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"/>
          <p:cNvGrpSpPr/>
          <p:nvPr/>
        </p:nvGrpSpPr>
        <p:grpSpPr>
          <a:xfrm>
            <a:off x="11084040" y="316800"/>
            <a:ext cx="761400" cy="157680"/>
            <a:chOff x="11084040" y="316800"/>
            <a:chExt cx="761400" cy="157680"/>
          </a:xfrm>
        </p:grpSpPr>
        <p:sp>
          <p:nvSpPr>
            <p:cNvPr id="167" name="object 6"/>
            <p:cNvSpPr/>
            <p:nvPr/>
          </p:nvSpPr>
          <p:spPr>
            <a:xfrm>
              <a:off x="1146744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68" name="object 7"/>
            <p:cNvSpPr/>
            <p:nvPr/>
          </p:nvSpPr>
          <p:spPr>
            <a:xfrm>
              <a:off x="1170288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69" name="object 8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170" name="object 9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71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72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73" name="object 22"/>
            <p:cNvSpPr/>
            <p:nvPr/>
          </p:nvSpPr>
          <p:spPr>
            <a:xfrm>
              <a:off x="11363760" y="33876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74" name="object 23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175" name="object 24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76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77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78" name="TextBox 35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body"/>
          </p:nvPr>
        </p:nvSpPr>
        <p:spPr>
          <a:xfrm>
            <a:off x="5934240" y="816840"/>
            <a:ext cx="6257520" cy="517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</p:txBody>
      </p:sp>
      <p:grpSp>
        <p:nvGrpSpPr>
          <p:cNvPr id="180" name="object 8"/>
          <p:cNvGrpSpPr/>
          <p:nvPr/>
        </p:nvGrpSpPr>
        <p:grpSpPr>
          <a:xfrm>
            <a:off x="358920" y="1264680"/>
            <a:ext cx="660240" cy="835920"/>
            <a:chOff x="358920" y="1264680"/>
            <a:chExt cx="660240" cy="835920"/>
          </a:xfrm>
        </p:grpSpPr>
        <p:sp>
          <p:nvSpPr>
            <p:cNvPr id="181" name="object 9"/>
            <p:cNvSpPr/>
            <p:nvPr/>
          </p:nvSpPr>
          <p:spPr>
            <a:xfrm>
              <a:off x="547920" y="1578240"/>
              <a:ext cx="168480" cy="208440"/>
            </a:xfrm>
            <a:custGeom>
              <a:avLst/>
              <a:gdLst>
                <a:gd name="textAreaLeft" fmla="*/ 0 w 168480"/>
                <a:gd name="textAreaRight" fmla="*/ 168840 w 168480"/>
                <a:gd name="textAreaTop" fmla="*/ 0 h 208440"/>
                <a:gd name="textAreaBottom" fmla="*/ 208800 h 208440"/>
              </a:gdLst>
              <a:ahLst/>
              <a:rect l="textAreaLeft" t="textAreaTop" r="textAreaRight" b="textAreaBottom"/>
              <a:pathLst>
                <a:path w="282575" h="349250">
                  <a:moveTo>
                    <a:pt x="147482" y="349204"/>
                  </a:moveTo>
                  <a:lnTo>
                    <a:pt x="0" y="349204"/>
                  </a:lnTo>
                  <a:lnTo>
                    <a:pt x="0" y="0"/>
                  </a:lnTo>
                  <a:lnTo>
                    <a:pt x="282504" y="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82" name="object 10"/>
            <p:cNvSpPr/>
            <p:nvPr/>
          </p:nvSpPr>
          <p:spPr>
            <a:xfrm>
              <a:off x="457920" y="1488240"/>
              <a:ext cx="293400" cy="388440"/>
            </a:xfrm>
            <a:custGeom>
              <a:avLst/>
              <a:gdLst>
                <a:gd name="textAreaLeft" fmla="*/ 0 w 293400"/>
                <a:gd name="textAreaRight" fmla="*/ 293760 w 293400"/>
                <a:gd name="textAreaTop" fmla="*/ 0 h 388440"/>
                <a:gd name="textAreaBottom" fmla="*/ 388800 h 388440"/>
              </a:gdLst>
              <a:ahLst/>
              <a:rect l="textAreaLeft" t="textAreaTop" r="textAreaRight" b="textAreaBottom"/>
              <a:pathLst>
                <a:path w="490855" h="650239">
                  <a:moveTo>
                    <a:pt x="490718" y="0"/>
                  </a:moveTo>
                  <a:lnTo>
                    <a:pt x="0" y="0"/>
                  </a:lnTo>
                  <a:lnTo>
                    <a:pt x="0" y="649875"/>
                  </a:lnTo>
                  <a:lnTo>
                    <a:pt x="240013" y="649875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83" name="object 11"/>
            <p:cNvSpPr/>
            <p:nvPr/>
          </p:nvSpPr>
          <p:spPr>
            <a:xfrm>
              <a:off x="358920" y="1389240"/>
              <a:ext cx="407160" cy="586440"/>
            </a:xfrm>
            <a:custGeom>
              <a:avLst/>
              <a:gdLst>
                <a:gd name="textAreaLeft" fmla="*/ 0 w 407160"/>
                <a:gd name="textAreaRight" fmla="*/ 407520 w 407160"/>
                <a:gd name="textAreaTop" fmla="*/ 0 h 586440"/>
                <a:gd name="textAreaBottom" fmla="*/ 586800 h 586440"/>
              </a:gdLst>
              <a:ahLst/>
              <a:rect l="textAreaLeft" t="textAreaTop" r="textAreaRight" b="textAreaBottom"/>
              <a:pathLst>
                <a:path w="681355" h="981075">
                  <a:moveTo>
                    <a:pt x="341790" y="980912"/>
                  </a:moveTo>
                  <a:lnTo>
                    <a:pt x="314932" y="980912"/>
                  </a:lnTo>
                  <a:lnTo>
                    <a:pt x="314932" y="880580"/>
                  </a:lnTo>
                  <a:lnTo>
                    <a:pt x="100447" y="880580"/>
                  </a:lnTo>
                  <a:lnTo>
                    <a:pt x="100447" y="666335"/>
                  </a:lnTo>
                  <a:lnTo>
                    <a:pt x="0" y="666335"/>
                  </a:lnTo>
                  <a:lnTo>
                    <a:pt x="0" y="601824"/>
                  </a:lnTo>
                  <a:lnTo>
                    <a:pt x="100447" y="601824"/>
                  </a:lnTo>
                  <a:lnTo>
                    <a:pt x="100447" y="379087"/>
                  </a:lnTo>
                  <a:lnTo>
                    <a:pt x="0" y="379087"/>
                  </a:lnTo>
                  <a:lnTo>
                    <a:pt x="0" y="314566"/>
                  </a:lnTo>
                  <a:lnTo>
                    <a:pt x="100447" y="314566"/>
                  </a:lnTo>
                  <a:lnTo>
                    <a:pt x="100447" y="100332"/>
                  </a:lnTo>
                  <a:lnTo>
                    <a:pt x="314932" y="100332"/>
                  </a:lnTo>
                  <a:lnTo>
                    <a:pt x="314932" y="0"/>
                  </a:lnTo>
                  <a:lnTo>
                    <a:pt x="379517" y="0"/>
                  </a:lnTo>
                  <a:lnTo>
                    <a:pt x="379517" y="100332"/>
                  </a:lnTo>
                  <a:lnTo>
                    <a:pt x="602505" y="100332"/>
                  </a:lnTo>
                  <a:lnTo>
                    <a:pt x="602505" y="0"/>
                  </a:lnTo>
                  <a:lnTo>
                    <a:pt x="667100" y="0"/>
                  </a:lnTo>
                  <a:lnTo>
                    <a:pt x="667100" y="100332"/>
                  </a:lnTo>
                  <a:lnTo>
                    <a:pt x="681172" y="100332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84" name="object 12"/>
            <p:cNvSpPr/>
            <p:nvPr/>
          </p:nvSpPr>
          <p:spPr>
            <a:xfrm>
              <a:off x="586440" y="1616760"/>
              <a:ext cx="113400" cy="131040"/>
            </a:xfrm>
            <a:custGeom>
              <a:avLst/>
              <a:gdLst>
                <a:gd name="textAreaLeft" fmla="*/ 0 w 113400"/>
                <a:gd name="textAreaRight" fmla="*/ 113760 w 113400"/>
                <a:gd name="textAreaTop" fmla="*/ 0 h 131040"/>
                <a:gd name="textAreaBottom" fmla="*/ 131400 h 131040"/>
              </a:gdLst>
              <a:ahLst/>
              <a:rect l="textAreaLeft" t="textAreaTop" r="textAreaRight" b="textAreaBottom"/>
              <a:pathLst>
                <a:path w="190500" h="219710">
                  <a:moveTo>
                    <a:pt x="0" y="219658"/>
                  </a:moveTo>
                  <a:lnTo>
                    <a:pt x="105965" y="219658"/>
                  </a:lnTo>
                  <a:lnTo>
                    <a:pt x="189899" y="0"/>
                  </a:lnTo>
                  <a:lnTo>
                    <a:pt x="0" y="0"/>
                  </a:lnTo>
                  <a:lnTo>
                    <a:pt x="0" y="219658"/>
                  </a:lnTo>
                  <a:close/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85" name="object 13"/>
            <p:cNvSpPr/>
            <p:nvPr/>
          </p:nvSpPr>
          <p:spPr>
            <a:xfrm>
              <a:off x="516240" y="1264680"/>
              <a:ext cx="319680" cy="835920"/>
            </a:xfrm>
            <a:custGeom>
              <a:avLst/>
              <a:gdLst>
                <a:gd name="textAreaLeft" fmla="*/ 0 w 319680"/>
                <a:gd name="textAreaRight" fmla="*/ 320040 w 319680"/>
                <a:gd name="textAreaTop" fmla="*/ 0 h 835920"/>
                <a:gd name="textAreaBottom" fmla="*/ 836280 h 83592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86" name="object 14"/>
            <p:cNvSpPr/>
            <p:nvPr/>
          </p:nvSpPr>
          <p:spPr>
            <a:xfrm>
              <a:off x="561960" y="1264680"/>
              <a:ext cx="319680" cy="835920"/>
            </a:xfrm>
            <a:custGeom>
              <a:avLst/>
              <a:gdLst>
                <a:gd name="textAreaLeft" fmla="*/ 0 w 319680"/>
                <a:gd name="textAreaRight" fmla="*/ 320040 w 319680"/>
                <a:gd name="textAreaTop" fmla="*/ 0 h 835920"/>
                <a:gd name="textAreaBottom" fmla="*/ 836280 h 83592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87" name="object 15"/>
            <p:cNvSpPr/>
            <p:nvPr/>
          </p:nvSpPr>
          <p:spPr>
            <a:xfrm>
              <a:off x="607680" y="1264680"/>
              <a:ext cx="319680" cy="835920"/>
            </a:xfrm>
            <a:custGeom>
              <a:avLst/>
              <a:gdLst>
                <a:gd name="textAreaLeft" fmla="*/ 0 w 319680"/>
                <a:gd name="textAreaRight" fmla="*/ 320040 w 319680"/>
                <a:gd name="textAreaTop" fmla="*/ 0 h 835920"/>
                <a:gd name="textAreaBottom" fmla="*/ 836280 h 83592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183e5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88" name="object 16"/>
            <p:cNvSpPr/>
            <p:nvPr/>
          </p:nvSpPr>
          <p:spPr>
            <a:xfrm>
              <a:off x="607680" y="1264680"/>
              <a:ext cx="411480" cy="835920"/>
            </a:xfrm>
            <a:custGeom>
              <a:avLst/>
              <a:gdLst>
                <a:gd name="textAreaLeft" fmla="*/ 0 w 411480"/>
                <a:gd name="textAreaRight" fmla="*/ 411840 w 411480"/>
                <a:gd name="textAreaTop" fmla="*/ 0 h 835920"/>
                <a:gd name="textAreaBottom" fmla="*/ 836280 h 835920"/>
              </a:gdLst>
              <a:ahLst/>
              <a:rect l="textAreaLeft" t="textAreaTop" r="textAreaRight" b="textAreaBottom"/>
              <a:pathLst>
                <a:path w="688339" h="1398270">
                  <a:moveTo>
                    <a:pt x="535837" y="0"/>
                  </a:moveTo>
                  <a:lnTo>
                    <a:pt x="0" y="1398020"/>
                  </a:lnTo>
                </a:path>
                <a:path w="688339" h="1398270">
                  <a:moveTo>
                    <a:pt x="687979" y="0"/>
                  </a:moveTo>
                  <a:lnTo>
                    <a:pt x="152141" y="139802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89" name="object 17"/>
            <p:cNvSpPr/>
            <p:nvPr/>
          </p:nvSpPr>
          <p:spPr>
            <a:xfrm>
              <a:off x="653400" y="1264680"/>
              <a:ext cx="319680" cy="835920"/>
            </a:xfrm>
            <a:custGeom>
              <a:avLst/>
              <a:gdLst>
                <a:gd name="textAreaLeft" fmla="*/ 0 w 319680"/>
                <a:gd name="textAreaRight" fmla="*/ 320040 w 319680"/>
                <a:gd name="textAreaTop" fmla="*/ 0 h 835920"/>
                <a:gd name="textAreaBottom" fmla="*/ 836280 h 83592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</p:grpSp>
      <p:pic>
        <p:nvPicPr>
          <p:cNvPr id="190" name="Picture 2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5160" cy="126000"/>
          </a:xfrm>
          <a:prstGeom prst="rect">
            <a:avLst/>
          </a:prstGeom>
          <a:ln w="0">
            <a:noFill/>
          </a:ln>
        </p:spPr>
      </p:pic>
      <p:pic>
        <p:nvPicPr>
          <p:cNvPr id="191" name="Graphic 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5160" cy="168480"/>
          </a:xfrm>
          <a:prstGeom prst="rect">
            <a:avLst/>
          </a:prstGeom>
          <a:ln w="0">
            <a:noFill/>
          </a:ln>
        </p:spPr>
      </p:pic>
      <p:sp>
        <p:nvSpPr>
          <p:cNvPr id="192" name="PlaceHolder 2"/>
          <p:cNvSpPr>
            <a:spLocks noGrp="1"/>
          </p:cNvSpPr>
          <p:nvPr>
            <p:ph type="title"/>
          </p:nvPr>
        </p:nvSpPr>
        <p:spPr>
          <a:xfrm>
            <a:off x="245520" y="2600280"/>
            <a:ext cx="5223240" cy="131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3600" spc="-1" strike="noStrike">
                <a:solidFill>
                  <a:srgbClr val="628bff"/>
                </a:solidFill>
                <a:latin typeface="DM Sans"/>
              </a:rPr>
              <a:t>Click to edit title</a:t>
            </a:r>
            <a:endParaRPr b="0" lang="en-US" sz="36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245520" y="4004280"/>
            <a:ext cx="4291560" cy="79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chemeClr val="lt1"/>
                </a:solidFill>
                <a:latin typeface="DM Sans"/>
              </a:rPr>
              <a:t>Click here to edit subheading</a:t>
            </a:r>
            <a:endParaRPr b="0" lang="en-US" sz="24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body"/>
          </p:nvPr>
        </p:nvSpPr>
        <p:spPr>
          <a:xfrm>
            <a:off x="245520" y="4891680"/>
            <a:ext cx="4291560" cy="41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GB" sz="1600" spc="-1" strike="noStrike">
                <a:solidFill>
                  <a:schemeClr val="lt1"/>
                </a:solidFill>
                <a:latin typeface="DM Sans"/>
              </a:rPr>
              <a:t>Enter Date or Document Version</a:t>
            </a:r>
            <a:endParaRPr b="0" lang="en-US" sz="16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195" name="hcSlideMaster87.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hcSlideMaster78.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hcSlideMaster253.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hcSlideMaster.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9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228240" y="849240"/>
            <a:ext cx="1172700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chemeClr val="dk2"/>
                </a:solidFill>
                <a:latin typeface="DM Sans"/>
              </a:rPr>
              <a:t>Click to edit title</a:t>
            </a:r>
            <a:endParaRPr b="0" lang="en-US" sz="2800" spc="-1" strike="noStrike">
              <a:solidFill>
                <a:schemeClr val="dk1"/>
              </a:solidFill>
              <a:latin typeface="DM Sans"/>
            </a:endParaRPr>
          </a:p>
        </p:txBody>
      </p:sp>
      <p:grpSp>
        <p:nvGrpSpPr>
          <p:cNvPr id="200" name="Group 13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201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02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203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04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05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06" name="TextBox 22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pic>
        <p:nvPicPr>
          <p:cNvPr id="208" name="Picture 3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245520" y="1794240"/>
            <a:ext cx="11709720" cy="4382280"/>
          </a:xfrm>
          <a:prstGeom prst="rect">
            <a:avLst/>
          </a:prstGeom>
          <a:noFill/>
          <a:ln w="0">
            <a:noFill/>
          </a:ln>
        </p:spPr>
        <p:txBody>
          <a:bodyPr numCol="2" spcCol="252000" lIns="91440" rIns="91440" tIns="45720" bIns="45720" anchor="t">
            <a:no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DM Sans"/>
              </a:rPr>
              <a:t>Click here to edit content text</a:t>
            </a:r>
            <a:endParaRPr b="0" lang="en-US" sz="16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8"/>
          </p:nvPr>
        </p:nvSpPr>
        <p:spPr>
          <a:xfrm>
            <a:off x="0" y="6356520"/>
            <a:ext cx="4910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3E9FF2-9897-4FCE-B8D5-27B4853A8792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hcSlideMaster.Title only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7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roup 8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213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14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215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16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17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218" name="Picture 14" descr=""/>
          <p:cNvPicPr/>
          <p:nvPr/>
        </p:nvPicPr>
        <p:blipFill>
          <a:blip r:embed="rId4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219" name="TextBox 15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" name="Graphic 1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233280" y="685440"/>
            <a:ext cx="10515240" cy="4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340" spc="-1" strike="noStrike">
                <a:solidFill>
                  <a:srgbClr val="0000b3"/>
                </a:solidFill>
                <a:latin typeface="DM Sans"/>
              </a:rPr>
              <a:t>Contents</a:t>
            </a:r>
            <a:endParaRPr b="0" lang="en-US" sz="234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222" name="hcSlideMaster.6_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hcSlideMaster.7_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7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roup 6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225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26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227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28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29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30" name="TextBox 12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0000b3"/>
                </a:solidFill>
                <a:latin typeface="DM Sans"/>
              </a:rPr>
              <a:t>© Copyright 2023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1" name="Graphic 1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pic>
        <p:nvPicPr>
          <p:cNvPr id="232" name="Picture 1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233" name="Title 1"/>
          <p:cNvSpPr/>
          <p:nvPr/>
        </p:nvSpPr>
        <p:spPr>
          <a:xfrm>
            <a:off x="905040" y="849240"/>
            <a:ext cx="117270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GB" sz="2800" spc="-1" strike="noStrike">
                <a:solidFill>
                  <a:srgbClr val="0000b3"/>
                </a:solidFill>
                <a:latin typeface="DM Sans"/>
              </a:rPr>
              <a:t>Safety Pause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Placeholder 6"/>
          <p:cNvSpPr/>
          <p:nvPr/>
        </p:nvSpPr>
        <p:spPr>
          <a:xfrm>
            <a:off x="245520" y="1783800"/>
            <a:ext cx="3560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10c6b3"/>
                </a:solidFill>
                <a:latin typeface="DM Sans"/>
              </a:rPr>
              <a:t>SAFETY AT HOME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Placeholder 6"/>
          <p:cNvSpPr/>
          <p:nvPr/>
        </p:nvSpPr>
        <p:spPr>
          <a:xfrm>
            <a:off x="3613680" y="964440"/>
            <a:ext cx="3560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10c6b3"/>
                </a:solidFill>
                <a:latin typeface="DM Sans"/>
              </a:rPr>
              <a:t>SAFETY MEASURES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Placeholder 6"/>
          <p:cNvSpPr/>
          <p:nvPr/>
        </p:nvSpPr>
        <p:spPr>
          <a:xfrm>
            <a:off x="1010880" y="2322000"/>
            <a:ext cx="279468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2" spcCol="252000"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DM Sans"/>
              </a:rPr>
              <a:t>COVID-19 Precaution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19"/>
          <p:cNvSpPr/>
          <p:nvPr/>
        </p:nvSpPr>
        <p:spPr>
          <a:xfrm>
            <a:off x="1010880" y="3364200"/>
            <a:ext cx="209916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Look out for any Fire Alarm. Also, please be aware of emergency exits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20"/>
          <p:cNvSpPr/>
          <p:nvPr/>
        </p:nvSpPr>
        <p:spPr>
          <a:xfrm>
            <a:off x="1010880" y="4847760"/>
            <a:ext cx="1962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Take care of your posture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9" name="Picture 21" descr=""/>
          <p:cNvPicPr/>
          <p:nvPr/>
        </p:nvPicPr>
        <p:blipFill>
          <a:blip r:embed="rId7"/>
          <a:stretch/>
        </p:blipFill>
        <p:spPr>
          <a:xfrm>
            <a:off x="333360" y="798480"/>
            <a:ext cx="571320" cy="597240"/>
          </a:xfrm>
          <a:prstGeom prst="rect">
            <a:avLst/>
          </a:prstGeom>
          <a:ln w="0">
            <a:noFill/>
          </a:ln>
        </p:spPr>
      </p:pic>
      <p:pic>
        <p:nvPicPr>
          <p:cNvPr id="240" name="Picture 22" descr=""/>
          <p:cNvPicPr/>
          <p:nvPr/>
        </p:nvPicPr>
        <p:blipFill>
          <a:blip r:embed="rId8"/>
          <a:stretch/>
        </p:blipFill>
        <p:spPr>
          <a:xfrm>
            <a:off x="333360" y="2242800"/>
            <a:ext cx="632520" cy="474120"/>
          </a:xfrm>
          <a:prstGeom prst="rect">
            <a:avLst/>
          </a:prstGeom>
          <a:ln w="0">
            <a:noFill/>
          </a:ln>
        </p:spPr>
      </p:pic>
      <p:pic>
        <p:nvPicPr>
          <p:cNvPr id="241" name="Picture 23" descr=""/>
          <p:cNvPicPr/>
          <p:nvPr/>
        </p:nvPicPr>
        <p:blipFill>
          <a:blip r:embed="rId9"/>
          <a:stretch/>
        </p:blipFill>
        <p:spPr>
          <a:xfrm>
            <a:off x="333360" y="3442320"/>
            <a:ext cx="556560" cy="528480"/>
          </a:xfrm>
          <a:prstGeom prst="rect">
            <a:avLst/>
          </a:prstGeom>
          <a:ln w="0">
            <a:noFill/>
          </a:ln>
        </p:spPr>
      </p:pic>
      <p:pic>
        <p:nvPicPr>
          <p:cNvPr id="242" name="Picture 24" descr=""/>
          <p:cNvPicPr/>
          <p:nvPr/>
        </p:nvPicPr>
        <p:blipFill>
          <a:blip r:embed="rId10"/>
          <a:stretch/>
        </p:blipFill>
        <p:spPr>
          <a:xfrm>
            <a:off x="333360" y="4772880"/>
            <a:ext cx="466200" cy="576000"/>
          </a:xfrm>
          <a:prstGeom prst="rect">
            <a:avLst/>
          </a:prstGeom>
          <a:ln w="0">
            <a:noFill/>
          </a:ln>
        </p:spPr>
      </p:pic>
      <p:sp>
        <p:nvSpPr>
          <p:cNvPr id="243" name="TextBox 25"/>
          <p:cNvSpPr/>
          <p:nvPr/>
        </p:nvSpPr>
        <p:spPr>
          <a:xfrm>
            <a:off x="3613320" y="2042280"/>
            <a:ext cx="356004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In case you are using a headset, please ensure the volume is such that you can hear fire alarms.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Look out for any Fire Alarm. Please be aware of emergency exits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26"/>
          <p:cNvSpPr/>
          <p:nvPr/>
        </p:nvSpPr>
        <p:spPr>
          <a:xfrm>
            <a:off x="3613680" y="3982320"/>
            <a:ext cx="2659320" cy="15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Keep your family members / fellow colleagues informed about where you are working so that they can alert you in case of any emergency. Please be aware of emergency contacts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Picture 27" descr=""/>
          <p:cNvPicPr/>
          <p:nvPr/>
        </p:nvPicPr>
        <p:blipFill>
          <a:blip r:embed="rId11"/>
          <a:stretch/>
        </p:blipFill>
        <p:spPr>
          <a:xfrm>
            <a:off x="3703680" y="3419280"/>
            <a:ext cx="762480" cy="513000"/>
          </a:xfrm>
          <a:prstGeom prst="rect">
            <a:avLst/>
          </a:prstGeom>
          <a:ln w="0">
            <a:noFill/>
          </a:ln>
        </p:spPr>
      </p:pic>
      <p:pic>
        <p:nvPicPr>
          <p:cNvPr id="246" name="Picture 28" descr=""/>
          <p:cNvPicPr/>
          <p:nvPr/>
        </p:nvPicPr>
        <p:blipFill>
          <a:blip r:embed="rId12"/>
          <a:stretch/>
        </p:blipFill>
        <p:spPr>
          <a:xfrm>
            <a:off x="3703680" y="1422000"/>
            <a:ext cx="537120" cy="579240"/>
          </a:xfrm>
          <a:prstGeom prst="rect">
            <a:avLst/>
          </a:prstGeom>
          <a:ln w="0">
            <a:noFill/>
          </a:ln>
        </p:spPr>
      </p:pic>
      <p:cxnSp>
        <p:nvCxnSpPr>
          <p:cNvPr id="247" name="Straight Connector 29"/>
          <p:cNvCxnSpPr/>
          <p:nvPr/>
        </p:nvCxnSpPr>
        <p:spPr>
          <a:xfrm>
            <a:off x="3211560" y="1579680"/>
            <a:ext cx="360" cy="407952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sp>
        <p:nvSpPr>
          <p:cNvPr id="248" name="PlaceHolder 1"/>
          <p:cNvSpPr>
            <a:spLocks noGrp="1"/>
          </p:cNvSpPr>
          <p:nvPr>
            <p:ph type="body"/>
          </p:nvPr>
        </p:nvSpPr>
        <p:spPr>
          <a:xfrm>
            <a:off x="6136920" y="914400"/>
            <a:ext cx="6054840" cy="474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249" name="hcSlideMaster125.Safety Paus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hcSlideMaster.Safety Paus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1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228240" y="849240"/>
            <a:ext cx="1172700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chemeClr val="dk1"/>
                </a:solidFill>
                <a:latin typeface="DM Sans"/>
              </a:rPr>
              <a:t>Click to edit title</a:t>
            </a:r>
            <a:endParaRPr b="0" lang="en-US" sz="2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ldNum" idx="9"/>
          </p:nvPr>
        </p:nvSpPr>
        <p:spPr>
          <a:xfrm>
            <a:off x="0" y="6356520"/>
            <a:ext cx="4910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333284-C572-45CE-9920-DC196096E090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245520" y="1783800"/>
            <a:ext cx="3560040" cy="442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DM Sans"/>
              </a:rPr>
              <a:t>Click here to edit subheading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body"/>
          </p:nvPr>
        </p:nvSpPr>
        <p:spPr>
          <a:xfrm>
            <a:off x="4140720" y="1794240"/>
            <a:ext cx="7818480" cy="4382280"/>
          </a:xfrm>
          <a:prstGeom prst="rect">
            <a:avLst/>
          </a:prstGeom>
          <a:noFill/>
          <a:ln w="0">
            <a:noFill/>
          </a:ln>
        </p:spPr>
        <p:txBody>
          <a:bodyPr numCol="2" spcCol="252000" lIns="91440" rIns="91440" tIns="45720" bIns="45720" anchor="t">
            <a:no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DM Sans"/>
              </a:rPr>
              <a:t>Click here to edit content text</a:t>
            </a:r>
            <a:endParaRPr b="0" lang="en-US" sz="1600" spc="-1" strike="noStrike">
              <a:solidFill>
                <a:schemeClr val="dk1"/>
              </a:solidFill>
              <a:latin typeface="DM Sans"/>
            </a:endParaRPr>
          </a:p>
        </p:txBody>
      </p:sp>
      <p:grpSp>
        <p:nvGrpSpPr>
          <p:cNvPr id="255" name="Group 13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256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57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258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59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0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261" name="Graphic 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pic>
        <p:nvPicPr>
          <p:cNvPr id="262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263" name="TextBox 1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hcSlideMaster87.Content 3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hcSlideMaster242.Content 3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hcSlideMaster125.Content 3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hcSlideMaster.Content 3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7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Num" idx="10"/>
          </p:nvPr>
        </p:nvSpPr>
        <p:spPr>
          <a:xfrm>
            <a:off x="0" y="6356520"/>
            <a:ext cx="4910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F03FD5-7391-481D-9AA5-C901D7CF2099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4059360" y="804240"/>
            <a:ext cx="6292080" cy="137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DM Sans"/>
              </a:rPr>
              <a:t>Click here to edit subheading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232560" y="2342160"/>
            <a:ext cx="11671560" cy="3834360"/>
          </a:xfrm>
          <a:prstGeom prst="rect">
            <a:avLst/>
          </a:prstGeom>
          <a:noFill/>
          <a:ln w="0">
            <a:noFill/>
          </a:ln>
        </p:spPr>
        <p:txBody>
          <a:bodyPr numCol="4" spcCol="252000" lIns="91440" rIns="91440" tIns="45720" bIns="45720" anchor="t">
            <a:no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DM Sans"/>
              </a:rPr>
              <a:t>Click here to edit content text</a:t>
            </a:r>
            <a:endParaRPr b="0" lang="en-US" sz="16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title"/>
          </p:nvPr>
        </p:nvSpPr>
        <p:spPr>
          <a:xfrm>
            <a:off x="228240" y="849240"/>
            <a:ext cx="3083760" cy="13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chemeClr val="dk1"/>
                </a:solidFill>
                <a:latin typeface="DM Sans"/>
              </a:rPr>
              <a:t>Click to edit title</a:t>
            </a:r>
            <a:endParaRPr b="0" lang="en-US" sz="2800" spc="-1" strike="noStrike">
              <a:solidFill>
                <a:schemeClr val="dk1"/>
              </a:solidFill>
              <a:latin typeface="DM Sans"/>
            </a:endParaRPr>
          </a:p>
        </p:txBody>
      </p:sp>
      <p:grpSp>
        <p:nvGrpSpPr>
          <p:cNvPr id="272" name="Group 15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273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74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275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76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7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78" name="TextBox 24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2023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9" name="Graphic 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pic>
        <p:nvPicPr>
          <p:cNvPr id="280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281" name="hcSlideMaster87.Content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hcSlideMaster125.Content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hcSlideMaster.Content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7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hcSlideMaster266.10_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hcSlideMaster242.10_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hcSlideMaster125.10_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hcSlideMaster.10_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10"/>
          <p:cNvSpPr/>
          <p:nvPr/>
        </p:nvSpPr>
        <p:spPr>
          <a:xfrm>
            <a:off x="7251480" y="1105560"/>
            <a:ext cx="4937400" cy="4565160"/>
          </a:xfrm>
          <a:prstGeom prst="rect">
            <a:avLst/>
          </a:prstGeom>
          <a:solidFill>
            <a:srgbClr val="2c6e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72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289" name="PlaceHolder 1"/>
          <p:cNvSpPr>
            <a:spLocks noGrp="1"/>
          </p:cNvSpPr>
          <p:nvPr>
            <p:ph type="body"/>
          </p:nvPr>
        </p:nvSpPr>
        <p:spPr>
          <a:xfrm>
            <a:off x="8543520" y="1576800"/>
            <a:ext cx="2641320" cy="2590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160200" y="1223280"/>
            <a:ext cx="6827040" cy="515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130" spc="-1" strike="noStrike">
                <a:solidFill>
                  <a:srgbClr val="4b5258"/>
                </a:solidFill>
                <a:latin typeface="DM Sans"/>
              </a:rPr>
              <a:t>Context/implications of quote goes here</a:t>
            </a:r>
            <a:endParaRPr b="0" lang="en-US" sz="213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title"/>
          </p:nvPr>
        </p:nvSpPr>
        <p:spPr>
          <a:xfrm>
            <a:off x="160200" y="683640"/>
            <a:ext cx="682632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rgbClr val="f79633"/>
                </a:solidFill>
                <a:latin typeface="DM Sans"/>
              </a:rPr>
              <a:t>QUOTE HEADING</a:t>
            </a:r>
            <a:endParaRPr b="0" lang="en-US" sz="2800" spc="-1" strike="noStrike">
              <a:solidFill>
                <a:schemeClr val="dk1"/>
              </a:solidFill>
              <a:latin typeface="DM Sans"/>
            </a:endParaRPr>
          </a:p>
        </p:txBody>
      </p:sp>
      <p:pic>
        <p:nvPicPr>
          <p:cNvPr id="292" name="Picture 1" descr=""/>
          <p:cNvPicPr/>
          <p:nvPr/>
        </p:nvPicPr>
        <p:blipFill>
          <a:blip r:embed="rId2"/>
          <a:stretch/>
        </p:blipFill>
        <p:spPr>
          <a:xfrm>
            <a:off x="7425000" y="3457080"/>
            <a:ext cx="613080" cy="527400"/>
          </a:xfrm>
          <a:prstGeom prst="rect">
            <a:avLst/>
          </a:prstGeom>
          <a:ln w="0">
            <a:noFill/>
          </a:ln>
        </p:spPr>
      </p:pic>
      <p:sp>
        <p:nvSpPr>
          <p:cNvPr id="293" name="hcSlideMaster.1_Quote_Blu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hcSlideMaster.1_Custom Layout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228240" y="849240"/>
            <a:ext cx="1172700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chemeClr val="dk2"/>
                </a:solidFill>
                <a:latin typeface="DM Sans"/>
              </a:rPr>
              <a:t>Click to edit title</a:t>
            </a:r>
            <a:endParaRPr b="0" lang="en-US" sz="2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245520" y="1783800"/>
            <a:ext cx="3560040" cy="442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lt2"/>
                </a:solidFill>
                <a:latin typeface="DM Sans"/>
              </a:rPr>
              <a:t>Click here to edit subheading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body"/>
          </p:nvPr>
        </p:nvSpPr>
        <p:spPr>
          <a:xfrm>
            <a:off x="4140720" y="1794240"/>
            <a:ext cx="7818480" cy="4382280"/>
          </a:xfrm>
          <a:prstGeom prst="rect">
            <a:avLst/>
          </a:prstGeom>
          <a:noFill/>
          <a:ln w="0">
            <a:noFill/>
          </a:ln>
        </p:spPr>
        <p:txBody>
          <a:bodyPr numCol="2" spcCol="252000" lIns="91440" rIns="91440" tIns="45720" bIns="45720" anchor="t">
            <a:no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DM Sans"/>
              </a:rPr>
              <a:t>Click here to edit content text</a:t>
            </a:r>
            <a:endParaRPr b="0" lang="en-US" sz="1600" spc="-1" strike="noStrike">
              <a:solidFill>
                <a:schemeClr val="dk1"/>
              </a:solidFill>
              <a:latin typeface="DM Sans"/>
            </a:endParaRPr>
          </a:p>
        </p:txBody>
      </p:sp>
      <p:grpSp>
        <p:nvGrpSpPr>
          <p:cNvPr id="298" name="Group 13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299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00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301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02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03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304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pic>
        <p:nvPicPr>
          <p:cNvPr id="305" name="Picture 3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306" name="PlaceHolder 4"/>
          <p:cNvSpPr>
            <a:spLocks noGrp="1"/>
          </p:cNvSpPr>
          <p:nvPr>
            <p:ph type="sldNum" idx="11"/>
          </p:nvPr>
        </p:nvSpPr>
        <p:spPr>
          <a:xfrm>
            <a:off x="0" y="6356520"/>
            <a:ext cx="4910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87E0D9-278D-496B-AF39-A1EB15B5B1A0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TextBox 2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hcSlideMaster350.Content 3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hcSlideMaster.1_Content 3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7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body"/>
          </p:nvPr>
        </p:nvSpPr>
        <p:spPr>
          <a:xfrm>
            <a:off x="5934240" y="816840"/>
            <a:ext cx="6257520" cy="517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</p:txBody>
      </p:sp>
      <p:grpSp>
        <p:nvGrpSpPr>
          <p:cNvPr id="311" name="Group 16"/>
          <p:cNvGrpSpPr/>
          <p:nvPr/>
        </p:nvGrpSpPr>
        <p:grpSpPr>
          <a:xfrm>
            <a:off x="11084040" y="316800"/>
            <a:ext cx="761400" cy="157680"/>
            <a:chOff x="11084040" y="316800"/>
            <a:chExt cx="761400" cy="157680"/>
          </a:xfrm>
        </p:grpSpPr>
        <p:sp>
          <p:nvSpPr>
            <p:cNvPr id="312" name="object 6"/>
            <p:cNvSpPr/>
            <p:nvPr/>
          </p:nvSpPr>
          <p:spPr>
            <a:xfrm>
              <a:off x="1146744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313" name="object 7"/>
            <p:cNvSpPr/>
            <p:nvPr/>
          </p:nvSpPr>
          <p:spPr>
            <a:xfrm>
              <a:off x="1170288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14" name="object 8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315" name="object 9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16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17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18" name="object 22"/>
            <p:cNvSpPr/>
            <p:nvPr/>
          </p:nvSpPr>
          <p:spPr>
            <a:xfrm>
              <a:off x="11363760" y="33876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19" name="object 23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320" name="object 24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21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22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323" name="TextBox 35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title"/>
          </p:nvPr>
        </p:nvSpPr>
        <p:spPr>
          <a:xfrm>
            <a:off x="245520" y="2600280"/>
            <a:ext cx="5223240" cy="131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3600" spc="-1" strike="noStrike">
                <a:solidFill>
                  <a:srgbClr val="5eec6f"/>
                </a:solidFill>
                <a:latin typeface="DM Sans"/>
              </a:rPr>
              <a:t>Click to edit title</a:t>
            </a:r>
            <a:endParaRPr b="0" lang="en-US" sz="3600" spc="-1" strike="noStrike">
              <a:solidFill>
                <a:schemeClr val="dk1"/>
              </a:solidFill>
              <a:latin typeface="DM Sans"/>
            </a:endParaRPr>
          </a:p>
        </p:txBody>
      </p:sp>
      <p:grpSp>
        <p:nvGrpSpPr>
          <p:cNvPr id="325" name="object 12"/>
          <p:cNvGrpSpPr/>
          <p:nvPr/>
        </p:nvGrpSpPr>
        <p:grpSpPr>
          <a:xfrm>
            <a:off x="352440" y="1270080"/>
            <a:ext cx="659880" cy="830520"/>
            <a:chOff x="352440" y="1270080"/>
            <a:chExt cx="659880" cy="830520"/>
          </a:xfrm>
        </p:grpSpPr>
        <p:sp>
          <p:nvSpPr>
            <p:cNvPr id="326" name="object 13"/>
            <p:cNvSpPr/>
            <p:nvPr/>
          </p:nvSpPr>
          <p:spPr>
            <a:xfrm>
              <a:off x="514800" y="1270080"/>
              <a:ext cx="316800" cy="830520"/>
            </a:xfrm>
            <a:custGeom>
              <a:avLst/>
              <a:gdLst>
                <a:gd name="textAreaLeft" fmla="*/ 0 w 316800"/>
                <a:gd name="textAreaRight" fmla="*/ 317160 w 316800"/>
                <a:gd name="textAreaTop" fmla="*/ 0 h 830520"/>
                <a:gd name="textAreaBottom" fmla="*/ 830880 h 830520"/>
              </a:gdLst>
              <a:ahLst/>
              <a:rect l="textAreaLeft" t="textAreaTop" r="textAreaRight" b="textAreaBottom"/>
              <a:pathLst>
                <a:path w="528319" h="1383664">
                  <a:moveTo>
                    <a:pt x="527711" y="0"/>
                  </a:moveTo>
                  <a:lnTo>
                    <a:pt x="0" y="1383099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327" name="object 14"/>
            <p:cNvSpPr/>
            <p:nvPr/>
          </p:nvSpPr>
          <p:spPr>
            <a:xfrm>
              <a:off x="560160" y="1270080"/>
              <a:ext cx="316800" cy="830520"/>
            </a:xfrm>
            <a:custGeom>
              <a:avLst/>
              <a:gdLst>
                <a:gd name="textAreaLeft" fmla="*/ 0 w 316800"/>
                <a:gd name="textAreaRight" fmla="*/ 317160 w 316800"/>
                <a:gd name="textAreaTop" fmla="*/ 0 h 830520"/>
                <a:gd name="textAreaBottom" fmla="*/ 830880 h 830520"/>
              </a:gdLst>
              <a:ahLst/>
              <a:rect l="textAreaLeft" t="textAreaTop" r="textAreaRight" b="textAreaBottom"/>
              <a:pathLst>
                <a:path w="528319" h="1383664">
                  <a:moveTo>
                    <a:pt x="527711" y="0"/>
                  </a:moveTo>
                  <a:lnTo>
                    <a:pt x="0" y="1383099"/>
                  </a:lnTo>
                </a:path>
              </a:pathLst>
            </a:custGeom>
            <a:noFill/>
            <a:ln w="10470">
              <a:solidFill>
                <a:srgbClr val="a0cd8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328" name="object 15"/>
            <p:cNvSpPr/>
            <p:nvPr/>
          </p:nvSpPr>
          <p:spPr>
            <a:xfrm>
              <a:off x="605160" y="1270080"/>
              <a:ext cx="407160" cy="830520"/>
            </a:xfrm>
            <a:custGeom>
              <a:avLst/>
              <a:gdLst>
                <a:gd name="textAreaLeft" fmla="*/ 0 w 407160"/>
                <a:gd name="textAreaRight" fmla="*/ 407520 w 407160"/>
                <a:gd name="textAreaTop" fmla="*/ 0 h 830520"/>
                <a:gd name="textAreaBottom" fmla="*/ 830880 h 830520"/>
              </a:gdLst>
              <a:ahLst/>
              <a:rect l="textAreaLeft" t="textAreaTop" r="textAreaRight" b="textAreaBottom"/>
              <a:pathLst>
                <a:path w="678814" h="1383664">
                  <a:moveTo>
                    <a:pt x="528559" y="0"/>
                  </a:moveTo>
                  <a:lnTo>
                    <a:pt x="0" y="1383088"/>
                  </a:lnTo>
                </a:path>
                <a:path w="678814" h="1383664">
                  <a:moveTo>
                    <a:pt x="528559" y="0"/>
                  </a:moveTo>
                  <a:lnTo>
                    <a:pt x="0" y="1383088"/>
                  </a:lnTo>
                </a:path>
                <a:path w="678814" h="1383664">
                  <a:moveTo>
                    <a:pt x="678639" y="0"/>
                  </a:moveTo>
                  <a:lnTo>
                    <a:pt x="150079" y="1383088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329" name="object 16"/>
            <p:cNvSpPr/>
            <p:nvPr/>
          </p:nvSpPr>
          <p:spPr>
            <a:xfrm>
              <a:off x="650520" y="1270080"/>
              <a:ext cx="316800" cy="830520"/>
            </a:xfrm>
            <a:custGeom>
              <a:avLst/>
              <a:gdLst>
                <a:gd name="textAreaLeft" fmla="*/ 0 w 316800"/>
                <a:gd name="textAreaRight" fmla="*/ 317160 w 316800"/>
                <a:gd name="textAreaTop" fmla="*/ 0 h 830520"/>
                <a:gd name="textAreaBottom" fmla="*/ 830880 h 830520"/>
              </a:gdLst>
              <a:ahLst/>
              <a:rect l="textAreaLeft" t="textAreaTop" r="textAreaRight" b="textAreaBottom"/>
              <a:pathLst>
                <a:path w="528319" h="1383664">
                  <a:moveTo>
                    <a:pt x="527711" y="0"/>
                  </a:moveTo>
                  <a:lnTo>
                    <a:pt x="0" y="1383099"/>
                  </a:lnTo>
                </a:path>
              </a:pathLst>
            </a:custGeom>
            <a:noFill/>
            <a:ln w="10470">
              <a:solidFill>
                <a:srgbClr val="a0cd8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330" name="object 17"/>
            <p:cNvSpPr/>
            <p:nvPr/>
          </p:nvSpPr>
          <p:spPr>
            <a:xfrm>
              <a:off x="352440" y="1379880"/>
              <a:ext cx="438120" cy="626760"/>
            </a:xfrm>
            <a:custGeom>
              <a:avLst/>
              <a:gdLst>
                <a:gd name="textAreaLeft" fmla="*/ 0 w 438120"/>
                <a:gd name="textAreaRight" fmla="*/ 438480 w 438120"/>
                <a:gd name="textAreaTop" fmla="*/ 0 h 626760"/>
                <a:gd name="textAreaBottom" fmla="*/ 627120 h 626760"/>
              </a:gdLst>
              <a:ahLst/>
              <a:rect l="textAreaLeft" t="textAreaTop" r="textAreaRight" b="textAreaBottom"/>
              <a:pathLst>
                <a:path w="730250" h="1044575">
                  <a:moveTo>
                    <a:pt x="372407" y="923678"/>
                  </a:moveTo>
                  <a:lnTo>
                    <a:pt x="268630" y="923678"/>
                  </a:lnTo>
                  <a:lnTo>
                    <a:pt x="268630" y="1044355"/>
                  </a:lnTo>
                  <a:lnTo>
                    <a:pt x="6575" y="1044355"/>
                  </a:lnTo>
                  <a:lnTo>
                    <a:pt x="6575" y="429117"/>
                  </a:lnTo>
                  <a:lnTo>
                    <a:pt x="201145" y="310262"/>
                  </a:lnTo>
                  <a:lnTo>
                    <a:pt x="320555" y="0"/>
                  </a:lnTo>
                  <a:lnTo>
                    <a:pt x="729988" y="0"/>
                  </a:lnTo>
                </a:path>
                <a:path w="730250" h="1044575">
                  <a:moveTo>
                    <a:pt x="268630" y="923689"/>
                  </a:moveTo>
                  <a:lnTo>
                    <a:pt x="0" y="779913"/>
                  </a:lnTo>
                </a:path>
                <a:path w="730250" h="1044575">
                  <a:moveTo>
                    <a:pt x="201145" y="310807"/>
                  </a:moveTo>
                  <a:lnTo>
                    <a:pt x="610368" y="310807"/>
                  </a:lnTo>
                </a:path>
                <a:path w="730250" h="1044575">
                  <a:moveTo>
                    <a:pt x="201177" y="310587"/>
                  </a:moveTo>
                  <a:lnTo>
                    <a:pt x="168089" y="224631"/>
                  </a:lnTo>
                  <a:lnTo>
                    <a:pt x="49370" y="224631"/>
                  </a:lnTo>
                  <a:lnTo>
                    <a:pt x="49370" y="310838"/>
                  </a:lnTo>
                  <a:lnTo>
                    <a:pt x="201177" y="310838"/>
                  </a:lnTo>
                </a:path>
                <a:path w="730250" h="1044575">
                  <a:moveTo>
                    <a:pt x="558621" y="444834"/>
                  </a:moveTo>
                  <a:lnTo>
                    <a:pt x="357036" y="445567"/>
                  </a:lnTo>
                  <a:lnTo>
                    <a:pt x="457766" y="707287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pic>
          <p:nvPicPr>
            <p:cNvPr id="331" name="object 18" descr=""/>
            <p:cNvPicPr/>
            <p:nvPr/>
          </p:nvPicPr>
          <p:blipFill>
            <a:blip r:embed="rId6"/>
            <a:stretch/>
          </p:blipFill>
          <p:spPr>
            <a:xfrm>
              <a:off x="409320" y="1639440"/>
              <a:ext cx="111960" cy="11124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332" name="Picture 2" descr=""/>
          <p:cNvPicPr/>
          <p:nvPr/>
        </p:nvPicPr>
        <p:blipFill>
          <a:blip r:embed="rId7"/>
          <a:stretch/>
        </p:blipFill>
        <p:spPr>
          <a:xfrm>
            <a:off x="334440" y="333360"/>
            <a:ext cx="1775160" cy="126000"/>
          </a:xfrm>
          <a:prstGeom prst="rect">
            <a:avLst/>
          </a:prstGeom>
          <a:ln w="0">
            <a:noFill/>
          </a:ln>
        </p:spPr>
      </p:pic>
      <p:pic>
        <p:nvPicPr>
          <p:cNvPr id="333" name="Graphic 4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9704160" y="6408000"/>
            <a:ext cx="2135160" cy="168480"/>
          </a:xfrm>
          <a:prstGeom prst="rect">
            <a:avLst/>
          </a:prstGeom>
          <a:ln w="0">
            <a:noFill/>
          </a:ln>
        </p:spPr>
      </p:pic>
      <p:sp>
        <p:nvSpPr>
          <p:cNvPr id="334" name="PlaceHolder 3"/>
          <p:cNvSpPr>
            <a:spLocks noGrp="1"/>
          </p:cNvSpPr>
          <p:nvPr>
            <p:ph type="body"/>
          </p:nvPr>
        </p:nvSpPr>
        <p:spPr>
          <a:xfrm>
            <a:off x="245520" y="4004280"/>
            <a:ext cx="4291560" cy="79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chemeClr val="lt1"/>
                </a:solidFill>
                <a:latin typeface="DM Sans"/>
              </a:rPr>
              <a:t>Click here to edit subheading</a:t>
            </a:r>
            <a:endParaRPr b="0" lang="en-US" sz="24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335" name="PlaceHolder 4"/>
          <p:cNvSpPr>
            <a:spLocks noGrp="1"/>
          </p:cNvSpPr>
          <p:nvPr>
            <p:ph type="body"/>
          </p:nvPr>
        </p:nvSpPr>
        <p:spPr>
          <a:xfrm>
            <a:off x="245520" y="4891680"/>
            <a:ext cx="4291560" cy="41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GB" sz="1600" spc="-1" strike="noStrike">
                <a:solidFill>
                  <a:schemeClr val="lt1"/>
                </a:solidFill>
                <a:latin typeface="DM Sans"/>
              </a:rPr>
              <a:t>Enter Date or Document Version</a:t>
            </a:r>
            <a:endParaRPr b="0" lang="en-US" sz="16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336" name="hcSlideMaster350.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hcSlideMaster.2_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10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roup 19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339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40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341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42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43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344" name="TextBox 2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1"/>
          <p:cNvSpPr>
            <a:spLocks noGrp="1"/>
          </p:cNvSpPr>
          <p:nvPr>
            <p:ph type="sldNum" idx="12"/>
          </p:nvPr>
        </p:nvSpPr>
        <p:spPr>
          <a:xfrm>
            <a:off x="0" y="6356520"/>
            <a:ext cx="4910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5F670F-2B00-45CB-A2DC-B8F2228D4C50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46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pic>
        <p:nvPicPr>
          <p:cNvPr id="347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348" name="PlaceHolder 2"/>
          <p:cNvSpPr>
            <a:spLocks noGrp="1"/>
          </p:cNvSpPr>
          <p:nvPr>
            <p:ph type="title"/>
          </p:nvPr>
        </p:nvSpPr>
        <p:spPr>
          <a:xfrm>
            <a:off x="245520" y="833400"/>
            <a:ext cx="11598120" cy="84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chemeClr val="dk1"/>
                </a:solidFill>
                <a:latin typeface="DM Sans"/>
              </a:rPr>
              <a:t>Click to edit Master title</a:t>
            </a:r>
            <a:endParaRPr b="0" lang="en-US" sz="2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body"/>
          </p:nvPr>
        </p:nvSpPr>
        <p:spPr>
          <a:xfrm>
            <a:off x="245520" y="1855440"/>
            <a:ext cx="11598120" cy="432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Second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Third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350" name="hcSlideMaster87.Blank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hcSlideMaster169.Blank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hcSlideMaster68.Blank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hcSlideMaster.Blank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hcSlideMaster253.1_Blank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hcSlideMaster.1_Blank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7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roup 19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357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58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359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60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61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362" name="TextBox 2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2023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1"/>
          <p:cNvSpPr>
            <a:spLocks noGrp="1"/>
          </p:cNvSpPr>
          <p:nvPr>
            <p:ph type="sldNum" idx="13"/>
          </p:nvPr>
        </p:nvSpPr>
        <p:spPr>
          <a:xfrm>
            <a:off x="0" y="6356520"/>
            <a:ext cx="4910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0AFC5C-BA02-4307-957A-A449D3F0272F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64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pic>
        <p:nvPicPr>
          <p:cNvPr id="365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366" name="PlaceHolder 2"/>
          <p:cNvSpPr>
            <a:spLocks noGrp="1"/>
          </p:cNvSpPr>
          <p:nvPr>
            <p:ph type="title"/>
          </p:nvPr>
        </p:nvSpPr>
        <p:spPr>
          <a:xfrm>
            <a:off x="245520" y="833400"/>
            <a:ext cx="11598120" cy="84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chemeClr val="dk1"/>
                </a:solidFill>
                <a:latin typeface="DM Sans"/>
              </a:rPr>
              <a:t>Click to edit Master title</a:t>
            </a:r>
            <a:endParaRPr b="0" lang="en-US" sz="2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body"/>
          </p:nvPr>
        </p:nvSpPr>
        <p:spPr>
          <a:xfrm>
            <a:off x="245520" y="1855440"/>
            <a:ext cx="11598120" cy="432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Second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Third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368" name="hcSlideMaster350.1_Blank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hcSlideMaster.2_Blank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7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hcSlideMaster165.DEFAULT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hcSlideMaster.DEFAULT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body"/>
          </p:nvPr>
        </p:nvSpPr>
        <p:spPr>
          <a:xfrm>
            <a:off x="1441440" y="1797120"/>
            <a:ext cx="479808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50000"/>
              </a:lnSpc>
              <a:spcAft>
                <a:spcPts val="799"/>
              </a:spcAft>
              <a:buClr>
                <a:srgbClr val="2ea34f"/>
              </a:buClr>
              <a:buFont typeface="Helvetica"/>
              <a:buChar char="●"/>
            </a:pPr>
            <a:r>
              <a:rPr b="0" lang="en-US" sz="939" spc="-1" strike="noStrike">
                <a:solidFill>
                  <a:srgbClr val="2e2e2e"/>
                </a:solidFill>
                <a:latin typeface="Merriweather"/>
              </a:rPr>
              <a:t>First Level Bullet Point</a:t>
            </a: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  <a:p>
            <a:pPr lvl="1" marL="457200" indent="-228600" defTabSz="914400">
              <a:lnSpc>
                <a:spcPct val="150000"/>
              </a:lnSpc>
              <a:spcAft>
                <a:spcPts val="799"/>
              </a:spcAft>
              <a:buClr>
                <a:srgbClr val="2ea34f"/>
              </a:buClr>
              <a:buSzPct val="140000"/>
              <a:buFont typeface="Cambria Math"/>
              <a:buChar char="⎯"/>
            </a:pPr>
            <a:r>
              <a:rPr b="0" lang="en-US" sz="939" spc="-1" strike="noStrike">
                <a:solidFill>
                  <a:schemeClr val="dk1"/>
                </a:solidFill>
                <a:latin typeface="Merriweather"/>
              </a:rPr>
              <a:t>Second Level Bullet Point</a:t>
            </a: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  <a:p>
            <a:pPr lvl="2" marL="663120" indent="-228600" defTabSz="914400">
              <a:lnSpc>
                <a:spcPct val="150000"/>
              </a:lnSpc>
              <a:spcAft>
                <a:spcPts val="799"/>
              </a:spcAft>
              <a:buClr>
                <a:srgbClr val="12c6b3"/>
              </a:buClr>
              <a:buFont typeface="Helvetica"/>
              <a:buChar char="●"/>
            </a:pPr>
            <a:r>
              <a:rPr b="0" lang="en-US" sz="939" spc="-1" strike="noStrike">
                <a:solidFill>
                  <a:schemeClr val="dk1"/>
                </a:solidFill>
                <a:latin typeface="Merriweather"/>
              </a:rPr>
              <a:t>Third Level Bullet Point</a:t>
            </a: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  <a:p>
            <a:pPr lvl="3" marL="928080" indent="-228600" defTabSz="914400">
              <a:lnSpc>
                <a:spcPct val="150000"/>
              </a:lnSpc>
              <a:spcAft>
                <a:spcPts val="799"/>
              </a:spcAft>
              <a:buClr>
                <a:srgbClr val="12c6b3"/>
              </a:buClr>
              <a:buSzPct val="120000"/>
              <a:buFont typeface="Cambria Math"/>
              <a:buChar char="⎯"/>
            </a:pPr>
            <a:r>
              <a:rPr b="0" lang="en-US" sz="939" spc="-1" strike="noStrike">
                <a:solidFill>
                  <a:schemeClr val="dk1"/>
                </a:solidFill>
                <a:latin typeface="Merriweather"/>
              </a:rPr>
              <a:t>Fourth Level Bullet Point</a:t>
            </a: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  <a:p>
            <a:pPr indent="0" defTabSz="914400">
              <a:lnSpc>
                <a:spcPct val="150000"/>
              </a:lnSpc>
              <a:spcAft>
                <a:spcPts val="799"/>
              </a:spcAft>
              <a:buNone/>
            </a:pP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  <a:p>
            <a:pPr indent="0" defTabSz="914400">
              <a:lnSpc>
                <a:spcPct val="150000"/>
              </a:lnSpc>
              <a:spcAft>
                <a:spcPts val="799"/>
              </a:spcAft>
              <a:buNone/>
            </a:pP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  <a:p>
            <a:pPr indent="0" defTabSz="914400">
              <a:lnSpc>
                <a:spcPct val="150000"/>
              </a:lnSpc>
              <a:spcAft>
                <a:spcPts val="799"/>
              </a:spcAft>
              <a:buNone/>
            </a:pP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  <a:p>
            <a:pPr indent="0" defTabSz="914400">
              <a:lnSpc>
                <a:spcPct val="150000"/>
              </a:lnSpc>
              <a:spcAft>
                <a:spcPts val="799"/>
              </a:spcAft>
              <a:buNone/>
            </a:pP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8528760" y="528840"/>
            <a:ext cx="3022200" cy="12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r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860" spc="171" strike="noStrike" cap="all">
                <a:solidFill>
                  <a:srgbClr val="055d9d"/>
                </a:solidFill>
                <a:latin typeface="Poppins"/>
              </a:rPr>
              <a:t>sECTION</a:t>
            </a:r>
            <a:endParaRPr b="0" lang="en-US" sz="86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body"/>
          </p:nvPr>
        </p:nvSpPr>
        <p:spPr>
          <a:xfrm>
            <a:off x="6730560" y="1797120"/>
            <a:ext cx="479016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50000"/>
              </a:lnSpc>
              <a:spcAft>
                <a:spcPts val="799"/>
              </a:spcAft>
              <a:buClr>
                <a:srgbClr val="2ea34f"/>
              </a:buClr>
              <a:buFont typeface="Helvetica"/>
              <a:buChar char="●"/>
            </a:pPr>
            <a:r>
              <a:rPr b="0" lang="en-US" sz="939" spc="-1" strike="noStrike">
                <a:solidFill>
                  <a:srgbClr val="2e2e2e"/>
                </a:solidFill>
                <a:latin typeface="Merriweather"/>
              </a:rPr>
              <a:t>First Level Bullet Point</a:t>
            </a: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  <a:p>
            <a:pPr lvl="1" marL="457200" indent="-228600" defTabSz="914400">
              <a:lnSpc>
                <a:spcPct val="150000"/>
              </a:lnSpc>
              <a:spcAft>
                <a:spcPts val="799"/>
              </a:spcAft>
              <a:buClr>
                <a:srgbClr val="2ea34f"/>
              </a:buClr>
              <a:buSzPct val="140000"/>
              <a:buFont typeface="Cambria Math"/>
              <a:buChar char="⎯"/>
            </a:pPr>
            <a:r>
              <a:rPr b="0" lang="en-US" sz="939" spc="-1" strike="noStrike">
                <a:solidFill>
                  <a:schemeClr val="dk1"/>
                </a:solidFill>
                <a:latin typeface="Merriweather"/>
              </a:rPr>
              <a:t>Second Level Bullet Point</a:t>
            </a: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  <a:p>
            <a:pPr lvl="2" marL="663120" indent="-228600" defTabSz="914400">
              <a:lnSpc>
                <a:spcPct val="150000"/>
              </a:lnSpc>
              <a:spcAft>
                <a:spcPts val="799"/>
              </a:spcAft>
              <a:buClr>
                <a:srgbClr val="12c6b3"/>
              </a:buClr>
              <a:buFont typeface="Helvetica"/>
              <a:buChar char="●"/>
            </a:pPr>
            <a:r>
              <a:rPr b="0" lang="en-US" sz="939" spc="-1" strike="noStrike">
                <a:solidFill>
                  <a:schemeClr val="dk1"/>
                </a:solidFill>
                <a:latin typeface="Merriweather"/>
              </a:rPr>
              <a:t>Third Level Bullet Point</a:t>
            </a: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  <a:p>
            <a:pPr lvl="3" marL="928080" indent="-228600" defTabSz="914400">
              <a:lnSpc>
                <a:spcPct val="150000"/>
              </a:lnSpc>
              <a:spcAft>
                <a:spcPts val="799"/>
              </a:spcAft>
              <a:buClr>
                <a:srgbClr val="12c6b3"/>
              </a:buClr>
              <a:buSzPct val="120000"/>
              <a:buFont typeface="Cambria Math"/>
              <a:buChar char="⎯"/>
            </a:pPr>
            <a:r>
              <a:rPr b="0" lang="en-US" sz="939" spc="-1" strike="noStrike">
                <a:solidFill>
                  <a:schemeClr val="dk1"/>
                </a:solidFill>
                <a:latin typeface="Merriweather"/>
              </a:rPr>
              <a:t>Fourth Level Bullet Point</a:t>
            </a: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  <a:p>
            <a:pPr indent="0" defTabSz="914400">
              <a:lnSpc>
                <a:spcPct val="150000"/>
              </a:lnSpc>
              <a:spcAft>
                <a:spcPts val="799"/>
              </a:spcAft>
              <a:buNone/>
            </a:pP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  <a:p>
            <a:pPr indent="0" defTabSz="914400">
              <a:lnSpc>
                <a:spcPct val="150000"/>
              </a:lnSpc>
              <a:spcAft>
                <a:spcPts val="799"/>
              </a:spcAft>
              <a:buNone/>
            </a:pP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  <a:p>
            <a:pPr indent="0" defTabSz="914400">
              <a:lnSpc>
                <a:spcPct val="150000"/>
              </a:lnSpc>
              <a:spcAft>
                <a:spcPts val="799"/>
              </a:spcAft>
              <a:buNone/>
            </a:pP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  <a:p>
            <a:pPr indent="0" defTabSz="914400">
              <a:lnSpc>
                <a:spcPct val="150000"/>
              </a:lnSpc>
              <a:spcAft>
                <a:spcPts val="799"/>
              </a:spcAft>
              <a:buNone/>
            </a:pPr>
            <a:endParaRPr b="0" lang="en-US" sz="939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375" name="PlaceHolder 4"/>
          <p:cNvSpPr>
            <a:spLocks noGrp="1"/>
          </p:cNvSpPr>
          <p:nvPr>
            <p:ph type="title"/>
          </p:nvPr>
        </p:nvSpPr>
        <p:spPr>
          <a:xfrm>
            <a:off x="1440000" y="360000"/>
            <a:ext cx="657612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30" spc="-1" strike="noStrike">
                <a:solidFill>
                  <a:schemeClr val="dk2"/>
                </a:solidFill>
                <a:latin typeface="Poppins"/>
              </a:rPr>
              <a:t>Click to add Title</a:t>
            </a:r>
            <a:endParaRPr b="0" lang="en-US" sz="253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376" name="TextBox 10"/>
          <p:cNvSpPr/>
          <p:nvPr/>
        </p:nvSpPr>
        <p:spPr>
          <a:xfrm>
            <a:off x="0" y="6418080"/>
            <a:ext cx="7678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fld id="{51C0AEA2-6BDA-41AE-8145-9E427907219D}" type="slidenum">
              <a:rPr b="1" lang="en-US" sz="1200" spc="-1" strike="noStrike">
                <a:solidFill>
                  <a:srgbClr val="ffffff"/>
                </a:solidFill>
                <a:latin typeface="Poppi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77" name="Straight Connector 11"/>
          <p:cNvCxnSpPr/>
          <p:nvPr/>
        </p:nvCxnSpPr>
        <p:spPr>
          <a:xfrm>
            <a:off x="267120" y="6316200"/>
            <a:ext cx="244440" cy="36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cxnSp>
        <p:nvCxnSpPr>
          <p:cNvPr id="378" name="Straight Connector 12"/>
          <p:cNvCxnSpPr/>
          <p:nvPr/>
        </p:nvCxnSpPr>
        <p:spPr>
          <a:xfrm>
            <a:off x="261720" y="1025640"/>
            <a:ext cx="244800" cy="36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sp>
        <p:nvSpPr>
          <p:cNvPr id="379" name="hcSlideMaster.Doc - 2 columns without subheading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GB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228240" y="540360"/>
            <a:ext cx="11727000" cy="4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400" spc="-1" strike="noStrike">
                <a:solidFill>
                  <a:schemeClr val="dk2"/>
                </a:solidFill>
                <a:latin typeface="DM Sans"/>
              </a:rPr>
              <a:t>Click to edit title</a:t>
            </a:r>
            <a:endParaRPr b="0" lang="en-US" sz="2400" spc="-1" strike="noStrike">
              <a:solidFill>
                <a:schemeClr val="dk1"/>
              </a:solidFill>
              <a:latin typeface="DM Sans"/>
            </a:endParaRPr>
          </a:p>
        </p:txBody>
      </p:sp>
      <p:grpSp>
        <p:nvGrpSpPr>
          <p:cNvPr id="381" name="Group 13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382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83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384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85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86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387" name="Graphic 1" descr=""/>
          <p:cNvPicPr/>
          <p:nvPr/>
        </p:nvPicPr>
        <p:blipFill>
          <a:blip r:embed="rId4"/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pic>
        <p:nvPicPr>
          <p:cNvPr id="388" name="Picture 3" descr=""/>
          <p:cNvPicPr/>
          <p:nvPr/>
        </p:nvPicPr>
        <p:blipFill>
          <a:blip r:embed="rId5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389" name="PlaceHolder 2"/>
          <p:cNvSpPr>
            <a:spLocks noGrp="1"/>
          </p:cNvSpPr>
          <p:nvPr>
            <p:ph type="sldNum" idx="14"/>
          </p:nvPr>
        </p:nvSpPr>
        <p:spPr>
          <a:xfrm>
            <a:off x="0" y="6356520"/>
            <a:ext cx="4910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388B79-F525-445A-BC5B-11C734D03B92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TextBox 6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hcSlideMaster160.Title only final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GB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hcSlideMaster334.Title only final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GB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hcSlideMaster.Title only final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GB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6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bg object 16" descr=""/>
          <p:cNvPicPr/>
          <p:nvPr/>
        </p:nvPicPr>
        <p:blipFill>
          <a:blip r:embed="rId2"/>
          <a:stretch/>
        </p:blipFill>
        <p:spPr>
          <a:xfrm>
            <a:off x="9698760" y="6413040"/>
            <a:ext cx="2139480" cy="170280"/>
          </a:xfrm>
          <a:prstGeom prst="rect">
            <a:avLst/>
          </a:prstGeom>
          <a:ln w="0">
            <a:noFill/>
          </a:ln>
        </p:spPr>
      </p:pic>
      <p:pic>
        <p:nvPicPr>
          <p:cNvPr id="395" name="bg object 17" descr=""/>
          <p:cNvPicPr/>
          <p:nvPr/>
        </p:nvPicPr>
        <p:blipFill>
          <a:blip r:embed="rId3"/>
          <a:stretch/>
        </p:blipFill>
        <p:spPr>
          <a:xfrm>
            <a:off x="11363760" y="338400"/>
            <a:ext cx="481680" cy="119520"/>
          </a:xfrm>
          <a:prstGeom prst="rect">
            <a:avLst/>
          </a:prstGeom>
          <a:ln w="0">
            <a:noFill/>
          </a:ln>
        </p:spPr>
      </p:pic>
      <p:pic>
        <p:nvPicPr>
          <p:cNvPr id="396" name="bg object 18" descr=""/>
          <p:cNvPicPr/>
          <p:nvPr/>
        </p:nvPicPr>
        <p:blipFill>
          <a:blip r:embed="rId4"/>
          <a:stretch/>
        </p:blipFill>
        <p:spPr>
          <a:xfrm>
            <a:off x="11090520" y="316440"/>
            <a:ext cx="223200" cy="157320"/>
          </a:xfrm>
          <a:prstGeom prst="rect">
            <a:avLst/>
          </a:prstGeom>
          <a:ln w="0">
            <a:noFill/>
          </a:ln>
        </p:spPr>
      </p:pic>
      <p:pic>
        <p:nvPicPr>
          <p:cNvPr id="397" name="bg object 19" descr=""/>
          <p:cNvPicPr/>
          <p:nvPr/>
        </p:nvPicPr>
        <p:blipFill>
          <a:blip r:embed="rId5"/>
          <a:stretch/>
        </p:blipFill>
        <p:spPr>
          <a:xfrm>
            <a:off x="11223360" y="372240"/>
            <a:ext cx="96840" cy="97200"/>
          </a:xfrm>
          <a:prstGeom prst="rect">
            <a:avLst/>
          </a:prstGeom>
          <a:ln w="0">
            <a:noFill/>
          </a:ln>
        </p:spPr>
      </p:pic>
      <p:pic>
        <p:nvPicPr>
          <p:cNvPr id="398" name="bg object 20" descr=""/>
          <p:cNvPicPr/>
          <p:nvPr/>
        </p:nvPicPr>
        <p:blipFill>
          <a:blip r:embed="rId6"/>
          <a:stretch/>
        </p:blipFill>
        <p:spPr>
          <a:xfrm>
            <a:off x="11084040" y="372240"/>
            <a:ext cx="96480" cy="97200"/>
          </a:xfrm>
          <a:prstGeom prst="rect">
            <a:avLst/>
          </a:prstGeom>
          <a:ln w="0">
            <a:noFill/>
          </a:ln>
        </p:spPr>
      </p:pic>
      <p:pic>
        <p:nvPicPr>
          <p:cNvPr id="399" name="bg object 21" descr=""/>
          <p:cNvPicPr/>
          <p:nvPr/>
        </p:nvPicPr>
        <p:blipFill>
          <a:blip r:embed="rId7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245520" y="833400"/>
            <a:ext cx="11598120" cy="84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500" spc="-1" strike="noStrike">
                <a:solidFill>
                  <a:schemeClr val="dk1"/>
                </a:solidFill>
                <a:latin typeface="DM Sans"/>
              </a:rPr>
              <a:t>Click to edit the title text format</a:t>
            </a:r>
            <a:endParaRPr b="0" lang="en-US" sz="15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320400" y="1616400"/>
            <a:ext cx="3263400" cy="546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DM Sans"/>
              </a:rPr>
              <a:t>Click to edit the outline text format</a:t>
            </a:r>
            <a:endParaRPr b="0" lang="en-US" sz="1500" spc="-1" strike="noStrike">
              <a:solidFill>
                <a:schemeClr val="dk1"/>
              </a:solidFill>
              <a:latin typeface="DM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chemeClr val="dk1"/>
                </a:solidFill>
                <a:latin typeface="DM Sans"/>
              </a:rPr>
              <a:t>Second Outline Level</a:t>
            </a:r>
            <a:endParaRPr b="0" lang="en-US" sz="1500" spc="-1" strike="noStrike">
              <a:solidFill>
                <a:schemeClr val="dk1"/>
              </a:solidFill>
              <a:latin typeface="DM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DM Sans"/>
              </a:rPr>
              <a:t>Third Outline Level</a:t>
            </a:r>
            <a:endParaRPr b="0" lang="en-US" sz="1500" spc="-1" strike="noStrike">
              <a:solidFill>
                <a:schemeClr val="dk1"/>
              </a:solidFill>
              <a:latin typeface="DM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chemeClr val="dk1"/>
                </a:solidFill>
                <a:latin typeface="DM Sans"/>
              </a:rPr>
              <a:t>Fourth Outline Level</a:t>
            </a:r>
            <a:endParaRPr b="0" lang="en-US" sz="1500" spc="-1" strike="noStrike">
              <a:solidFill>
                <a:schemeClr val="dk1"/>
              </a:solidFill>
              <a:latin typeface="DM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DM Sans"/>
              </a:rPr>
              <a:t>Fifth Outline Level</a:t>
            </a:r>
            <a:endParaRPr b="0" lang="en-US" sz="1500" spc="-1" strike="noStrike">
              <a:solidFill>
                <a:schemeClr val="dk1"/>
              </a:solidFill>
              <a:latin typeface="DM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DM Sans"/>
              </a:rPr>
              <a:t>Sixth Outline Level</a:t>
            </a:r>
            <a:endParaRPr b="0" lang="en-US" sz="1500" spc="-1" strike="noStrike">
              <a:solidFill>
                <a:schemeClr val="dk1"/>
              </a:solidFill>
              <a:latin typeface="DM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DM Sans"/>
              </a:rPr>
              <a:t>Seventh Outline Level</a:t>
            </a:r>
            <a:endParaRPr b="0" lang="en-US" sz="15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316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Click to edit the outline text format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Second Outline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Third Outline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Fourth Outline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Fifth Outline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Sixth Outline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Seventh Outline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403" name="PlaceHolder 4"/>
          <p:cNvSpPr>
            <a:spLocks noGrp="1"/>
          </p:cNvSpPr>
          <p:nvPr>
            <p:ph type="ftr" idx="15"/>
          </p:nvPr>
        </p:nvSpPr>
        <p:spPr>
          <a:xfrm>
            <a:off x="515880" y="6394680"/>
            <a:ext cx="3935880" cy="9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96"/>
              </a:spcBef>
              <a:buNone/>
              <a:defRPr b="0" lang="en-US" sz="600" spc="-1" strike="noStrike">
                <a:solidFill>
                  <a:srgbClr val="0000b3"/>
                </a:solidFill>
                <a:latin typeface="Microsoft Sans Serif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600" spc="-1" strike="noStrike">
                <a:solidFill>
                  <a:srgbClr val="0000b3"/>
                </a:solidFill>
                <a:latin typeface="Microsoft Sans Serif"/>
              </a:rPr>
              <a:t>&lt;footer&gt;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" name="hcSlideMaster576.Two Content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hcSlideMaster98.Two Content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hcSlideMaster.Two Content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8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1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Box 15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lt1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233280" y="685440"/>
            <a:ext cx="11958120" cy="4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340" spc="-1" strike="noStrike">
                <a:solidFill>
                  <a:schemeClr val="lt1"/>
                </a:solidFill>
                <a:latin typeface="DM Sans"/>
              </a:rPr>
              <a:t>Contents</a:t>
            </a:r>
            <a:endParaRPr b="0" lang="en-US" sz="234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411" name="hcSlideMaster.6_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2" name="Group 2"/>
          <p:cNvGrpSpPr/>
          <p:nvPr/>
        </p:nvGrpSpPr>
        <p:grpSpPr>
          <a:xfrm>
            <a:off x="11170440" y="295200"/>
            <a:ext cx="761040" cy="157680"/>
            <a:chOff x="11170440" y="295200"/>
            <a:chExt cx="761040" cy="157680"/>
          </a:xfrm>
        </p:grpSpPr>
        <p:sp>
          <p:nvSpPr>
            <p:cNvPr id="413" name="object 6"/>
            <p:cNvSpPr/>
            <p:nvPr/>
          </p:nvSpPr>
          <p:spPr>
            <a:xfrm>
              <a:off x="11553480" y="3171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14" name="object 7"/>
            <p:cNvSpPr/>
            <p:nvPr/>
          </p:nvSpPr>
          <p:spPr>
            <a:xfrm>
              <a:off x="11788920" y="3171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15" name="object 8"/>
            <p:cNvGrpSpPr/>
            <p:nvPr/>
          </p:nvGrpSpPr>
          <p:grpSpPr>
            <a:xfrm>
              <a:off x="11170440" y="295200"/>
              <a:ext cx="236160" cy="157680"/>
              <a:chOff x="11170440" y="295200"/>
              <a:chExt cx="236160" cy="157680"/>
            </a:xfrm>
          </p:grpSpPr>
          <p:sp>
            <p:nvSpPr>
              <p:cNvPr id="416" name="object 9"/>
              <p:cNvSpPr/>
              <p:nvPr/>
            </p:nvSpPr>
            <p:spPr>
              <a:xfrm>
                <a:off x="11176920" y="2952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17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309760" y="3510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18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170440" y="3510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19" name="object 22"/>
            <p:cNvSpPr/>
            <p:nvPr/>
          </p:nvSpPr>
          <p:spPr>
            <a:xfrm>
              <a:off x="11449800" y="31716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20" name="object 23"/>
            <p:cNvGrpSpPr/>
            <p:nvPr/>
          </p:nvGrpSpPr>
          <p:grpSpPr>
            <a:xfrm>
              <a:off x="11170440" y="295200"/>
              <a:ext cx="236160" cy="157680"/>
              <a:chOff x="11170440" y="295200"/>
              <a:chExt cx="236160" cy="157680"/>
            </a:xfrm>
          </p:grpSpPr>
          <p:sp>
            <p:nvSpPr>
              <p:cNvPr id="421" name="object 24"/>
              <p:cNvSpPr/>
              <p:nvPr/>
            </p:nvSpPr>
            <p:spPr>
              <a:xfrm>
                <a:off x="11176920" y="2952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22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309760" y="3510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23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170440" y="3510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424" name="Picture 24" descr=""/>
          <p:cNvPicPr/>
          <p:nvPr/>
        </p:nvPicPr>
        <p:blipFill>
          <a:blip r:embed="rId6"/>
          <a:stretch/>
        </p:blipFill>
        <p:spPr>
          <a:xfrm>
            <a:off x="264240" y="317160"/>
            <a:ext cx="1775160" cy="126000"/>
          </a:xfrm>
          <a:prstGeom prst="rect">
            <a:avLst/>
          </a:prstGeom>
          <a:ln w="0">
            <a:noFill/>
          </a:ln>
        </p:spPr>
      </p:pic>
      <p:pic>
        <p:nvPicPr>
          <p:cNvPr id="425" name="Graphic 25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88760" y="6501960"/>
            <a:ext cx="2135160" cy="168480"/>
          </a:xfrm>
          <a:prstGeom prst="rect">
            <a:avLst/>
          </a:prstGeom>
          <a:ln w="0">
            <a:noFill/>
          </a:ln>
        </p:spPr>
      </p:pic>
      <p:sp>
        <p:nvSpPr>
          <p:cNvPr id="426" name="hcSlideMaster242.9_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hcSlideMaster125.9_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hcSlideMaster.9_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9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228240" y="2819880"/>
            <a:ext cx="4349880" cy="171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chemeClr val="lt1"/>
                </a:solidFill>
                <a:latin typeface="DM Sans"/>
              </a:rPr>
              <a:t>Separator</a:t>
            </a:r>
            <a:endParaRPr b="0" lang="en-US" sz="2800" spc="-1" strike="noStrike">
              <a:solidFill>
                <a:schemeClr val="dk1"/>
              </a:solidFill>
              <a:latin typeface="DM Sans"/>
            </a:endParaRPr>
          </a:p>
        </p:txBody>
      </p:sp>
      <p:grpSp>
        <p:nvGrpSpPr>
          <p:cNvPr id="430" name="Group 14"/>
          <p:cNvGrpSpPr/>
          <p:nvPr/>
        </p:nvGrpSpPr>
        <p:grpSpPr>
          <a:xfrm>
            <a:off x="11084040" y="316800"/>
            <a:ext cx="761400" cy="157680"/>
            <a:chOff x="11084040" y="316800"/>
            <a:chExt cx="761400" cy="157680"/>
          </a:xfrm>
        </p:grpSpPr>
        <p:sp>
          <p:nvSpPr>
            <p:cNvPr id="431" name="object 6"/>
            <p:cNvSpPr/>
            <p:nvPr/>
          </p:nvSpPr>
          <p:spPr>
            <a:xfrm>
              <a:off x="1146744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2" name="object 7"/>
            <p:cNvSpPr/>
            <p:nvPr/>
          </p:nvSpPr>
          <p:spPr>
            <a:xfrm>
              <a:off x="1170288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33" name="object 8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434" name="object 9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35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36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37" name="object 22"/>
            <p:cNvSpPr/>
            <p:nvPr/>
          </p:nvSpPr>
          <p:spPr>
            <a:xfrm>
              <a:off x="11363760" y="33876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38" name="object 23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439" name="object 24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40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41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442" name="TextBox 32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3" name="Picture 4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5160" cy="126000"/>
          </a:xfrm>
          <a:prstGeom prst="rect">
            <a:avLst/>
          </a:prstGeom>
          <a:ln w="0">
            <a:noFill/>
          </a:ln>
        </p:spPr>
      </p:pic>
      <p:pic>
        <p:nvPicPr>
          <p:cNvPr id="444" name="Graphic 5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5160" cy="168480"/>
          </a:xfrm>
          <a:prstGeom prst="rect">
            <a:avLst/>
          </a:prstGeom>
          <a:ln w="0">
            <a:noFill/>
          </a:ln>
        </p:spPr>
      </p:pic>
      <p:pic>
        <p:nvPicPr>
          <p:cNvPr id="445" name="Graphic 8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232880" y="101160"/>
            <a:ext cx="6148440" cy="6316560"/>
          </a:xfrm>
          <a:prstGeom prst="rect">
            <a:avLst/>
          </a:prstGeom>
          <a:ln w="0">
            <a:noFill/>
          </a:ln>
        </p:spPr>
      </p:pic>
      <p:sp>
        <p:nvSpPr>
          <p:cNvPr id="446" name="hcSlideMaster87.Divider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hcSlideMaster78.Divider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hcSlideMaster253.Divider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hcSlideMaster.Divider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11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roup 8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451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52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453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54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55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456" name="Picture 14" descr=""/>
          <p:cNvPicPr/>
          <p:nvPr/>
        </p:nvPicPr>
        <p:blipFill>
          <a:blip r:embed="rId4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457" name="TextBox 15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0000b3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8" name="Graphic 1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233280" y="631080"/>
            <a:ext cx="11958120" cy="4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200" spc="-1" strike="noStrike">
                <a:solidFill>
                  <a:srgbClr val="0000b3"/>
                </a:solidFill>
                <a:latin typeface="DM Sans"/>
              </a:rPr>
              <a:t>Contents</a:t>
            </a:r>
            <a:endParaRPr b="0" lang="en-US" sz="22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460" name="hcSlideMaster123.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hcSlideMaster87.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hcSlideMaster242.1_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hcSlideMaster125.1_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hcSlideMaster.1_Contents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Click to edit the outline text format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Second Outline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Third Outline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Fourth Outline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DM San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DM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DM San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DM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DM San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DM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7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Group 16"/>
          <p:cNvGrpSpPr/>
          <p:nvPr/>
        </p:nvGrpSpPr>
        <p:grpSpPr>
          <a:xfrm>
            <a:off x="11084040" y="316800"/>
            <a:ext cx="761400" cy="157680"/>
            <a:chOff x="11084040" y="316800"/>
            <a:chExt cx="761400" cy="157680"/>
          </a:xfrm>
        </p:grpSpPr>
        <p:sp>
          <p:nvSpPr>
            <p:cNvPr id="467" name="object 6"/>
            <p:cNvSpPr/>
            <p:nvPr/>
          </p:nvSpPr>
          <p:spPr>
            <a:xfrm>
              <a:off x="1146744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68" name="object 7"/>
            <p:cNvSpPr/>
            <p:nvPr/>
          </p:nvSpPr>
          <p:spPr>
            <a:xfrm>
              <a:off x="1170288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69" name="object 8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470" name="object 9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71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72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73" name="object 22"/>
            <p:cNvSpPr/>
            <p:nvPr/>
          </p:nvSpPr>
          <p:spPr>
            <a:xfrm>
              <a:off x="11363760" y="33876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74" name="object 23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475" name="object 24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76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77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478" name="TextBox 35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PlaceHolder 1"/>
          <p:cNvSpPr>
            <a:spLocks noGrp="1"/>
          </p:cNvSpPr>
          <p:nvPr>
            <p:ph type="body"/>
          </p:nvPr>
        </p:nvSpPr>
        <p:spPr>
          <a:xfrm>
            <a:off x="5934240" y="816840"/>
            <a:ext cx="6257520" cy="517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DM Sans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DM Sans"/>
            </a:endParaRPr>
          </a:p>
        </p:txBody>
      </p:sp>
      <p:grpSp>
        <p:nvGrpSpPr>
          <p:cNvPr id="480" name="object 8"/>
          <p:cNvGrpSpPr/>
          <p:nvPr/>
        </p:nvGrpSpPr>
        <p:grpSpPr>
          <a:xfrm>
            <a:off x="358920" y="1264680"/>
            <a:ext cx="660240" cy="835920"/>
            <a:chOff x="358920" y="1264680"/>
            <a:chExt cx="660240" cy="835920"/>
          </a:xfrm>
        </p:grpSpPr>
        <p:sp>
          <p:nvSpPr>
            <p:cNvPr id="481" name="object 9"/>
            <p:cNvSpPr/>
            <p:nvPr/>
          </p:nvSpPr>
          <p:spPr>
            <a:xfrm>
              <a:off x="547920" y="1578240"/>
              <a:ext cx="168480" cy="208440"/>
            </a:xfrm>
            <a:custGeom>
              <a:avLst/>
              <a:gdLst>
                <a:gd name="textAreaLeft" fmla="*/ 0 w 168480"/>
                <a:gd name="textAreaRight" fmla="*/ 168840 w 168480"/>
                <a:gd name="textAreaTop" fmla="*/ 0 h 208440"/>
                <a:gd name="textAreaBottom" fmla="*/ 208800 h 208440"/>
              </a:gdLst>
              <a:ahLst/>
              <a:rect l="textAreaLeft" t="textAreaTop" r="textAreaRight" b="textAreaBottom"/>
              <a:pathLst>
                <a:path w="282575" h="349250">
                  <a:moveTo>
                    <a:pt x="147482" y="349204"/>
                  </a:moveTo>
                  <a:lnTo>
                    <a:pt x="0" y="349204"/>
                  </a:lnTo>
                  <a:lnTo>
                    <a:pt x="0" y="0"/>
                  </a:lnTo>
                  <a:lnTo>
                    <a:pt x="282504" y="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82" name="object 10"/>
            <p:cNvSpPr/>
            <p:nvPr/>
          </p:nvSpPr>
          <p:spPr>
            <a:xfrm>
              <a:off x="457920" y="1488240"/>
              <a:ext cx="293400" cy="388440"/>
            </a:xfrm>
            <a:custGeom>
              <a:avLst/>
              <a:gdLst>
                <a:gd name="textAreaLeft" fmla="*/ 0 w 293400"/>
                <a:gd name="textAreaRight" fmla="*/ 293760 w 293400"/>
                <a:gd name="textAreaTop" fmla="*/ 0 h 388440"/>
                <a:gd name="textAreaBottom" fmla="*/ 388800 h 388440"/>
              </a:gdLst>
              <a:ahLst/>
              <a:rect l="textAreaLeft" t="textAreaTop" r="textAreaRight" b="textAreaBottom"/>
              <a:pathLst>
                <a:path w="490855" h="650239">
                  <a:moveTo>
                    <a:pt x="490718" y="0"/>
                  </a:moveTo>
                  <a:lnTo>
                    <a:pt x="0" y="0"/>
                  </a:lnTo>
                  <a:lnTo>
                    <a:pt x="0" y="649875"/>
                  </a:lnTo>
                  <a:lnTo>
                    <a:pt x="240013" y="649875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83" name="object 11"/>
            <p:cNvSpPr/>
            <p:nvPr/>
          </p:nvSpPr>
          <p:spPr>
            <a:xfrm>
              <a:off x="358920" y="1389240"/>
              <a:ext cx="407160" cy="586440"/>
            </a:xfrm>
            <a:custGeom>
              <a:avLst/>
              <a:gdLst>
                <a:gd name="textAreaLeft" fmla="*/ 0 w 407160"/>
                <a:gd name="textAreaRight" fmla="*/ 407520 w 407160"/>
                <a:gd name="textAreaTop" fmla="*/ 0 h 586440"/>
                <a:gd name="textAreaBottom" fmla="*/ 586800 h 586440"/>
              </a:gdLst>
              <a:ahLst/>
              <a:rect l="textAreaLeft" t="textAreaTop" r="textAreaRight" b="textAreaBottom"/>
              <a:pathLst>
                <a:path w="681355" h="981075">
                  <a:moveTo>
                    <a:pt x="341790" y="980912"/>
                  </a:moveTo>
                  <a:lnTo>
                    <a:pt x="314932" y="980912"/>
                  </a:lnTo>
                  <a:lnTo>
                    <a:pt x="314932" y="880580"/>
                  </a:lnTo>
                  <a:lnTo>
                    <a:pt x="100447" y="880580"/>
                  </a:lnTo>
                  <a:lnTo>
                    <a:pt x="100447" y="666335"/>
                  </a:lnTo>
                  <a:lnTo>
                    <a:pt x="0" y="666335"/>
                  </a:lnTo>
                  <a:lnTo>
                    <a:pt x="0" y="601824"/>
                  </a:lnTo>
                  <a:lnTo>
                    <a:pt x="100447" y="601824"/>
                  </a:lnTo>
                  <a:lnTo>
                    <a:pt x="100447" y="379087"/>
                  </a:lnTo>
                  <a:lnTo>
                    <a:pt x="0" y="379087"/>
                  </a:lnTo>
                  <a:lnTo>
                    <a:pt x="0" y="314566"/>
                  </a:lnTo>
                  <a:lnTo>
                    <a:pt x="100447" y="314566"/>
                  </a:lnTo>
                  <a:lnTo>
                    <a:pt x="100447" y="100332"/>
                  </a:lnTo>
                  <a:lnTo>
                    <a:pt x="314932" y="100332"/>
                  </a:lnTo>
                  <a:lnTo>
                    <a:pt x="314932" y="0"/>
                  </a:lnTo>
                  <a:lnTo>
                    <a:pt x="379517" y="0"/>
                  </a:lnTo>
                  <a:lnTo>
                    <a:pt x="379517" y="100332"/>
                  </a:lnTo>
                  <a:lnTo>
                    <a:pt x="602505" y="100332"/>
                  </a:lnTo>
                  <a:lnTo>
                    <a:pt x="602505" y="0"/>
                  </a:lnTo>
                  <a:lnTo>
                    <a:pt x="667100" y="0"/>
                  </a:lnTo>
                  <a:lnTo>
                    <a:pt x="667100" y="100332"/>
                  </a:lnTo>
                  <a:lnTo>
                    <a:pt x="681172" y="100332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84" name="object 12"/>
            <p:cNvSpPr/>
            <p:nvPr/>
          </p:nvSpPr>
          <p:spPr>
            <a:xfrm>
              <a:off x="586440" y="1616760"/>
              <a:ext cx="113400" cy="131040"/>
            </a:xfrm>
            <a:custGeom>
              <a:avLst/>
              <a:gdLst>
                <a:gd name="textAreaLeft" fmla="*/ 0 w 113400"/>
                <a:gd name="textAreaRight" fmla="*/ 113760 w 113400"/>
                <a:gd name="textAreaTop" fmla="*/ 0 h 131040"/>
                <a:gd name="textAreaBottom" fmla="*/ 131400 h 131040"/>
              </a:gdLst>
              <a:ahLst/>
              <a:rect l="textAreaLeft" t="textAreaTop" r="textAreaRight" b="textAreaBottom"/>
              <a:pathLst>
                <a:path w="190500" h="219710">
                  <a:moveTo>
                    <a:pt x="0" y="219658"/>
                  </a:moveTo>
                  <a:lnTo>
                    <a:pt x="105965" y="219658"/>
                  </a:lnTo>
                  <a:lnTo>
                    <a:pt x="189899" y="0"/>
                  </a:lnTo>
                  <a:lnTo>
                    <a:pt x="0" y="0"/>
                  </a:lnTo>
                  <a:lnTo>
                    <a:pt x="0" y="219658"/>
                  </a:lnTo>
                  <a:close/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85" name="object 13"/>
            <p:cNvSpPr/>
            <p:nvPr/>
          </p:nvSpPr>
          <p:spPr>
            <a:xfrm>
              <a:off x="516240" y="1264680"/>
              <a:ext cx="319680" cy="835920"/>
            </a:xfrm>
            <a:custGeom>
              <a:avLst/>
              <a:gdLst>
                <a:gd name="textAreaLeft" fmla="*/ 0 w 319680"/>
                <a:gd name="textAreaRight" fmla="*/ 320040 w 319680"/>
                <a:gd name="textAreaTop" fmla="*/ 0 h 835920"/>
                <a:gd name="textAreaBottom" fmla="*/ 836280 h 83592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86" name="object 14"/>
            <p:cNvSpPr/>
            <p:nvPr/>
          </p:nvSpPr>
          <p:spPr>
            <a:xfrm>
              <a:off x="561960" y="1264680"/>
              <a:ext cx="319680" cy="835920"/>
            </a:xfrm>
            <a:custGeom>
              <a:avLst/>
              <a:gdLst>
                <a:gd name="textAreaLeft" fmla="*/ 0 w 319680"/>
                <a:gd name="textAreaRight" fmla="*/ 320040 w 319680"/>
                <a:gd name="textAreaTop" fmla="*/ 0 h 835920"/>
                <a:gd name="textAreaBottom" fmla="*/ 836280 h 83592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87" name="object 15"/>
            <p:cNvSpPr/>
            <p:nvPr/>
          </p:nvSpPr>
          <p:spPr>
            <a:xfrm>
              <a:off x="607680" y="1264680"/>
              <a:ext cx="319680" cy="835920"/>
            </a:xfrm>
            <a:custGeom>
              <a:avLst/>
              <a:gdLst>
                <a:gd name="textAreaLeft" fmla="*/ 0 w 319680"/>
                <a:gd name="textAreaRight" fmla="*/ 320040 w 319680"/>
                <a:gd name="textAreaTop" fmla="*/ 0 h 835920"/>
                <a:gd name="textAreaBottom" fmla="*/ 836280 h 83592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183e5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88" name="object 16"/>
            <p:cNvSpPr/>
            <p:nvPr/>
          </p:nvSpPr>
          <p:spPr>
            <a:xfrm>
              <a:off x="607680" y="1264680"/>
              <a:ext cx="411480" cy="835920"/>
            </a:xfrm>
            <a:custGeom>
              <a:avLst/>
              <a:gdLst>
                <a:gd name="textAreaLeft" fmla="*/ 0 w 411480"/>
                <a:gd name="textAreaRight" fmla="*/ 411840 w 411480"/>
                <a:gd name="textAreaTop" fmla="*/ 0 h 835920"/>
                <a:gd name="textAreaBottom" fmla="*/ 836280 h 835920"/>
              </a:gdLst>
              <a:ahLst/>
              <a:rect l="textAreaLeft" t="textAreaTop" r="textAreaRight" b="textAreaBottom"/>
              <a:pathLst>
                <a:path w="688339" h="1398270">
                  <a:moveTo>
                    <a:pt x="535837" y="0"/>
                  </a:moveTo>
                  <a:lnTo>
                    <a:pt x="0" y="1398020"/>
                  </a:lnTo>
                </a:path>
                <a:path w="688339" h="1398270">
                  <a:moveTo>
                    <a:pt x="687979" y="0"/>
                  </a:moveTo>
                  <a:lnTo>
                    <a:pt x="152141" y="139802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89" name="object 17"/>
            <p:cNvSpPr/>
            <p:nvPr/>
          </p:nvSpPr>
          <p:spPr>
            <a:xfrm>
              <a:off x="653400" y="1264680"/>
              <a:ext cx="319680" cy="835920"/>
            </a:xfrm>
            <a:custGeom>
              <a:avLst/>
              <a:gdLst>
                <a:gd name="textAreaLeft" fmla="*/ 0 w 319680"/>
                <a:gd name="textAreaRight" fmla="*/ 320040 w 319680"/>
                <a:gd name="textAreaTop" fmla="*/ 0 h 835920"/>
                <a:gd name="textAreaBottom" fmla="*/ 836280 h 83592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</p:grpSp>
      <p:pic>
        <p:nvPicPr>
          <p:cNvPr id="490" name="Picture 2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5160" cy="126000"/>
          </a:xfrm>
          <a:prstGeom prst="rect">
            <a:avLst/>
          </a:prstGeom>
          <a:ln w="0">
            <a:noFill/>
          </a:ln>
        </p:spPr>
      </p:pic>
      <p:pic>
        <p:nvPicPr>
          <p:cNvPr id="491" name="Graphic 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5160" cy="168480"/>
          </a:xfrm>
          <a:prstGeom prst="rect">
            <a:avLst/>
          </a:prstGeom>
          <a:ln w="0">
            <a:noFill/>
          </a:ln>
        </p:spPr>
      </p:pic>
      <p:sp>
        <p:nvSpPr>
          <p:cNvPr id="492" name="PlaceHolder 2"/>
          <p:cNvSpPr>
            <a:spLocks noGrp="1"/>
          </p:cNvSpPr>
          <p:nvPr>
            <p:ph type="title"/>
          </p:nvPr>
        </p:nvSpPr>
        <p:spPr>
          <a:xfrm>
            <a:off x="245520" y="2600280"/>
            <a:ext cx="5223240" cy="131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3600" spc="-1" strike="noStrike">
                <a:solidFill>
                  <a:srgbClr val="628bff"/>
                </a:solidFill>
                <a:latin typeface="DM Sans"/>
              </a:rPr>
              <a:t>Click to edit title</a:t>
            </a:r>
            <a:endParaRPr b="0" lang="en-US" sz="36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body"/>
          </p:nvPr>
        </p:nvSpPr>
        <p:spPr>
          <a:xfrm>
            <a:off x="245520" y="4004280"/>
            <a:ext cx="4291560" cy="79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chemeClr val="lt1"/>
                </a:solidFill>
                <a:latin typeface="DM Sans"/>
              </a:rPr>
              <a:t>Click here to edit subheading</a:t>
            </a:r>
            <a:endParaRPr b="0" lang="en-US" sz="24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494" name="PlaceHolder 4"/>
          <p:cNvSpPr>
            <a:spLocks noGrp="1"/>
          </p:cNvSpPr>
          <p:nvPr>
            <p:ph type="body"/>
          </p:nvPr>
        </p:nvSpPr>
        <p:spPr>
          <a:xfrm>
            <a:off x="245520" y="4891680"/>
            <a:ext cx="4291560" cy="41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GB" sz="1600" spc="-1" strike="noStrike">
                <a:solidFill>
                  <a:schemeClr val="lt1"/>
                </a:solidFill>
                <a:latin typeface="DM Sans"/>
              </a:rPr>
              <a:t>Enter Date or Document Version</a:t>
            </a:r>
            <a:endParaRPr b="0" lang="en-US" sz="16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495" name="hcSlideMaster87.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hcSlideMaster169.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hcSlideMaster68.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hcSlideMaster.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hcSlideMaster253.1_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hcSlideMaster.1_Cover blue 1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9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object 3"/>
          <p:cNvSpPr/>
          <p:nvPr/>
        </p:nvSpPr>
        <p:spPr>
          <a:xfrm>
            <a:off x="323640" y="1693800"/>
            <a:ext cx="246744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1320" bIns="0" anchor="t">
            <a:spAutoFit/>
          </a:bodyPr>
          <a:p>
            <a:pPr marL="6480" defTabSz="914400">
              <a:lnSpc>
                <a:spcPct val="120000"/>
              </a:lnSpc>
              <a:spcBef>
                <a:spcPts val="247"/>
              </a:spcBef>
            </a:pPr>
            <a:r>
              <a:rPr b="0" lang="en-US" sz="1100" spc="80" strike="noStrike">
                <a:solidFill>
                  <a:schemeClr val="lt2"/>
                </a:solidFill>
                <a:latin typeface="DMSans-Medium"/>
              </a:rPr>
              <a:t>ASIA</a:t>
            </a:r>
            <a:r>
              <a:rPr b="0" lang="en-US" sz="1100" spc="222" strike="noStrike">
                <a:solidFill>
                  <a:schemeClr val="lt2"/>
                </a:solidFill>
                <a:latin typeface="DMSans-Medium"/>
              </a:rPr>
              <a:t> </a:t>
            </a:r>
            <a:r>
              <a:rPr b="0" lang="en-US" sz="1100" spc="69" strike="noStrike">
                <a:solidFill>
                  <a:schemeClr val="lt2"/>
                </a:solidFill>
                <a:latin typeface="DMSans-Medium"/>
              </a:rPr>
              <a:t>PACIFIC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25</a:t>
            </a:r>
            <a:r>
              <a:rPr b="0" lang="en-US" sz="1100" spc="-21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Rajiv</a:t>
            </a:r>
            <a:r>
              <a:rPr b="0" lang="en-US" sz="1100" spc="-21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Gandhi</a:t>
            </a:r>
            <a:r>
              <a:rPr b="0" lang="en-US" sz="1100" spc="-21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Infotech</a:t>
            </a:r>
            <a:r>
              <a:rPr b="0" lang="en-US" sz="1100" spc="-21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Park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Hinjawadi,</a:t>
            </a:r>
            <a:r>
              <a:rPr b="0" lang="en-US" sz="1100" spc="-35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Pune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</a:pP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India</a:t>
            </a:r>
            <a:br>
              <a:rPr sz="1100"/>
            </a:b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411057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  <a:spcBef>
                <a:spcPts val="204"/>
              </a:spcBef>
            </a:pP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Tel: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+91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20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6652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9090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object 4"/>
          <p:cNvSpPr/>
          <p:nvPr/>
        </p:nvSpPr>
        <p:spPr>
          <a:xfrm>
            <a:off x="323640" y="3110760"/>
            <a:ext cx="3096720" cy="16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1320" bIns="0" anchor="t">
            <a:spAutoFit/>
          </a:bodyPr>
          <a:p>
            <a:pPr marL="6480" defTabSz="914400">
              <a:lnSpc>
                <a:spcPct val="120000"/>
              </a:lnSpc>
              <a:spcBef>
                <a:spcPts val="247"/>
              </a:spcBef>
            </a:pPr>
            <a:r>
              <a:rPr b="0" lang="en-US" sz="1100" spc="80" strike="noStrike">
                <a:solidFill>
                  <a:schemeClr val="lt2"/>
                </a:solidFill>
                <a:latin typeface="DMSans-Medium"/>
              </a:rPr>
              <a:t>EUROPE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The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European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Innovation</a:t>
            </a:r>
            <a:br>
              <a:rPr sz="1100"/>
            </a:b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and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Development</a:t>
            </a:r>
            <a:r>
              <a:rPr b="0" lang="en-US" sz="1100" spc="-35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Centre</a:t>
            </a:r>
            <a:r>
              <a:rPr b="0" lang="en-US" sz="1100" spc="-32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(EIDC)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Olympus </a:t>
            </a: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Avenue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</a:pP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Tachbrook</a:t>
            </a:r>
            <a:r>
              <a:rPr b="0" lang="en-US" sz="1100" spc="-4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Park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Warwick,</a:t>
            </a:r>
            <a:r>
              <a:rPr b="0" lang="en-US" sz="1100" spc="-4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UK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CV34</a:t>
            </a:r>
            <a:r>
              <a:rPr b="0" lang="en-US" sz="1100" spc="-21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6RJ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  <a:spcBef>
                <a:spcPts val="204"/>
              </a:spcBef>
            </a:pP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Tel:</a:t>
            </a:r>
            <a:r>
              <a:rPr b="0" lang="en-US" sz="1100" spc="-32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+44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(0)</a:t>
            </a:r>
            <a:r>
              <a:rPr b="0" lang="en-US" sz="1100" spc="-32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8443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759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685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object 5"/>
          <p:cNvSpPr/>
          <p:nvPr/>
        </p:nvSpPr>
        <p:spPr>
          <a:xfrm>
            <a:off x="323280" y="4869360"/>
            <a:ext cx="2295360" cy="12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1320" bIns="0" anchor="t">
            <a:spAutoFit/>
          </a:bodyPr>
          <a:p>
            <a:pPr marL="6480" defTabSz="914400">
              <a:lnSpc>
                <a:spcPct val="120000"/>
              </a:lnSpc>
              <a:spcBef>
                <a:spcPts val="247"/>
              </a:spcBef>
            </a:pPr>
            <a:r>
              <a:rPr b="0" lang="en-US" sz="1100" spc="86" strike="noStrike">
                <a:solidFill>
                  <a:schemeClr val="lt2"/>
                </a:solidFill>
                <a:latin typeface="DMSans-Medium"/>
              </a:rPr>
              <a:t>NORTH</a:t>
            </a:r>
            <a:r>
              <a:rPr b="0" lang="en-US" sz="1100" spc="216" strike="noStrike">
                <a:solidFill>
                  <a:schemeClr val="lt2"/>
                </a:solidFill>
                <a:latin typeface="DMSans-Medium"/>
              </a:rPr>
              <a:t> </a:t>
            </a:r>
            <a:r>
              <a:rPr b="0" lang="en-US" sz="1100" spc="86" strike="noStrike">
                <a:solidFill>
                  <a:schemeClr val="lt2"/>
                </a:solidFill>
                <a:latin typeface="DMSans-Medium"/>
              </a:rPr>
              <a:t>AMERICA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  <a:spcBef>
                <a:spcPts val="201"/>
              </a:spcBef>
            </a:pP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6001 Cass </a:t>
            </a: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Avenue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  <a:spcBef>
                <a:spcPts val="3"/>
              </a:spcBef>
            </a:pP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Suite</a:t>
            </a:r>
            <a:r>
              <a:rPr b="0" lang="en-US" sz="1100" spc="-1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600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Detroit</a:t>
            </a:r>
            <a:r>
              <a:rPr b="0" lang="en-US" sz="1100" spc="-3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MI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USA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48202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  <a:spcBef>
                <a:spcPts val="201"/>
              </a:spcBef>
            </a:pP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Tel:</a:t>
            </a:r>
            <a:r>
              <a:rPr b="0" lang="en-US" sz="1100" spc="-1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+1</a:t>
            </a:r>
            <a:r>
              <a:rPr b="0" lang="en-US" sz="1100" spc="-1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248</a:t>
            </a:r>
            <a:r>
              <a:rPr b="0" lang="en-US" sz="1100" spc="-1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426</a:t>
            </a:r>
            <a:r>
              <a:rPr b="0" lang="en-US" sz="1100" spc="-1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1482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object 7"/>
          <p:cNvSpPr/>
          <p:nvPr/>
        </p:nvSpPr>
        <p:spPr>
          <a:xfrm>
            <a:off x="9742320" y="1921320"/>
            <a:ext cx="2233440" cy="21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120" bIns="0" anchor="t">
            <a:spAutoFit/>
          </a:bodyPr>
          <a:p>
            <a:pPr marL="198360" defTabSz="914400">
              <a:lnSpc>
                <a:spcPct val="150000"/>
              </a:lnSpc>
              <a:spcBef>
                <a:spcPts val="48"/>
              </a:spcBef>
            </a:pP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/TataTechnologies </a:t>
            </a:r>
            <a:br>
              <a:rPr sz="1100"/>
            </a:b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@tatatechnologies</a:t>
            </a:r>
            <a:br>
              <a:rPr sz="1100"/>
            </a:b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/TataTech_News</a:t>
            </a:r>
            <a:br>
              <a:rPr sz="1100"/>
            </a:b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/TataTechnologies</a:t>
            </a:r>
            <a:br>
              <a:rPr sz="1100"/>
            </a:b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/TataTechnologies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6480" defTabSz="914400">
              <a:lnSpc>
                <a:spcPct val="150000"/>
              </a:lnSpc>
              <a:spcBef>
                <a:spcPts val="958"/>
              </a:spcBef>
            </a:pPr>
            <a:r>
              <a:rPr b="0" lang="en-US" sz="1600" spc="-7" strike="noStrike">
                <a:solidFill>
                  <a:schemeClr val="lt2"/>
                </a:solidFill>
                <a:latin typeface="DM Sans"/>
              </a:rPr>
              <a:t>tatatechnologies.com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5" name="Graphic 2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749880" y="2021400"/>
            <a:ext cx="132120" cy="132120"/>
          </a:xfrm>
          <a:prstGeom prst="rect">
            <a:avLst/>
          </a:prstGeom>
          <a:ln w="0">
            <a:noFill/>
          </a:ln>
        </p:spPr>
      </p:pic>
      <p:pic>
        <p:nvPicPr>
          <p:cNvPr id="506" name="Graphic 26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41240" y="3002400"/>
            <a:ext cx="145800" cy="136440"/>
          </a:xfrm>
          <a:prstGeom prst="rect">
            <a:avLst/>
          </a:prstGeom>
          <a:ln w="0">
            <a:noFill/>
          </a:ln>
        </p:spPr>
      </p:pic>
      <p:pic>
        <p:nvPicPr>
          <p:cNvPr id="507" name="Graphic 28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741240" y="2507400"/>
            <a:ext cx="149760" cy="123120"/>
          </a:xfrm>
          <a:prstGeom prst="rect">
            <a:avLst/>
          </a:prstGeom>
          <a:ln w="0">
            <a:noFill/>
          </a:ln>
        </p:spPr>
      </p:pic>
      <p:pic>
        <p:nvPicPr>
          <p:cNvPr id="508" name="Picture 30" descr=""/>
          <p:cNvPicPr/>
          <p:nvPr/>
        </p:nvPicPr>
        <p:blipFill>
          <a:blip r:embed="rId8"/>
          <a:srcRect l="0" t="0" r="0" b="-3470"/>
          <a:stretch/>
        </p:blipFill>
        <p:spPr>
          <a:xfrm>
            <a:off x="9732960" y="2771640"/>
            <a:ext cx="165960" cy="113400"/>
          </a:xfrm>
          <a:prstGeom prst="rect">
            <a:avLst/>
          </a:prstGeom>
          <a:ln w="0">
            <a:noFill/>
          </a:ln>
        </p:spPr>
      </p:pic>
      <p:pic>
        <p:nvPicPr>
          <p:cNvPr id="509" name="Graphic 32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9749880" y="2274840"/>
            <a:ext cx="132120" cy="132120"/>
          </a:xfrm>
          <a:prstGeom prst="rect">
            <a:avLst/>
          </a:prstGeom>
          <a:ln w="0">
            <a:noFill/>
          </a:ln>
        </p:spPr>
      </p:pic>
      <p:grpSp>
        <p:nvGrpSpPr>
          <p:cNvPr id="510" name="Group 36"/>
          <p:cNvGrpSpPr/>
          <p:nvPr/>
        </p:nvGrpSpPr>
        <p:grpSpPr>
          <a:xfrm>
            <a:off x="11084040" y="316800"/>
            <a:ext cx="761400" cy="157680"/>
            <a:chOff x="11084040" y="316800"/>
            <a:chExt cx="761400" cy="157680"/>
          </a:xfrm>
        </p:grpSpPr>
        <p:sp>
          <p:nvSpPr>
            <p:cNvPr id="511" name="object 6"/>
            <p:cNvSpPr/>
            <p:nvPr/>
          </p:nvSpPr>
          <p:spPr>
            <a:xfrm>
              <a:off x="1146744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512" name="object 7"/>
            <p:cNvSpPr/>
            <p:nvPr/>
          </p:nvSpPr>
          <p:spPr>
            <a:xfrm>
              <a:off x="1170288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513" name="object 8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514" name="object 9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15" name="object 10" descr=""/>
              <p:cNvPicPr/>
              <p:nvPr/>
            </p:nvPicPr>
            <p:blipFill>
              <a:blip r:embed="rId11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16" name="object 11" descr=""/>
              <p:cNvPicPr/>
              <p:nvPr/>
            </p:nvPicPr>
            <p:blipFill>
              <a:blip r:embed="rId12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17" name="object 22"/>
            <p:cNvSpPr/>
            <p:nvPr/>
          </p:nvSpPr>
          <p:spPr>
            <a:xfrm>
              <a:off x="11363760" y="33876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518" name="object 23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519" name="object 24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20" name="object 25" descr=""/>
              <p:cNvPicPr/>
              <p:nvPr/>
            </p:nvPicPr>
            <p:blipFill>
              <a:blip r:embed="rId13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21" name="object 26" descr=""/>
              <p:cNvPicPr/>
              <p:nvPr/>
            </p:nvPicPr>
            <p:blipFill>
              <a:blip r:embed="rId14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522" name="TextBox 52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Rectangle 1">
            <a:hlinkClick r:id="rId15"/>
          </p:cNvPr>
          <p:cNvSpPr/>
          <p:nvPr/>
        </p:nvSpPr>
        <p:spPr>
          <a:xfrm>
            <a:off x="9684360" y="3375720"/>
            <a:ext cx="2156400" cy="267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24" name="Rectangle 3">
            <a:hlinkClick r:id="rId16"/>
          </p:cNvPr>
          <p:cNvSpPr/>
          <p:nvPr/>
        </p:nvSpPr>
        <p:spPr>
          <a:xfrm>
            <a:off x="9684360" y="1988280"/>
            <a:ext cx="1496520" cy="172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25" name="Rectangle 4">
            <a:hlinkClick r:id="rId17"/>
          </p:cNvPr>
          <p:cNvSpPr/>
          <p:nvPr/>
        </p:nvSpPr>
        <p:spPr>
          <a:xfrm>
            <a:off x="9684360" y="2249640"/>
            <a:ext cx="1496520" cy="172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26" name="Rectangle 5">
            <a:hlinkClick r:id="rId18"/>
          </p:cNvPr>
          <p:cNvSpPr/>
          <p:nvPr/>
        </p:nvSpPr>
        <p:spPr>
          <a:xfrm>
            <a:off x="9684360" y="2481840"/>
            <a:ext cx="1496520" cy="172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27" name="Rectangle 6">
            <a:hlinkClick r:id="rId19"/>
          </p:cNvPr>
          <p:cNvSpPr/>
          <p:nvPr/>
        </p:nvSpPr>
        <p:spPr>
          <a:xfrm>
            <a:off x="9684360" y="2736000"/>
            <a:ext cx="1496520" cy="172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28" name="Rectangle 7">
            <a:hlinkClick r:id="rId20"/>
          </p:cNvPr>
          <p:cNvSpPr/>
          <p:nvPr/>
        </p:nvSpPr>
        <p:spPr>
          <a:xfrm>
            <a:off x="9684360" y="2982600"/>
            <a:ext cx="1496520" cy="172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pic>
        <p:nvPicPr>
          <p:cNvPr id="529" name="Picture 2" descr=""/>
          <p:cNvPicPr/>
          <p:nvPr/>
        </p:nvPicPr>
        <p:blipFill>
          <a:blip r:embed="rId21"/>
          <a:stretch/>
        </p:blipFill>
        <p:spPr>
          <a:xfrm>
            <a:off x="334440" y="333360"/>
            <a:ext cx="1775160" cy="126000"/>
          </a:xfrm>
          <a:prstGeom prst="rect">
            <a:avLst/>
          </a:prstGeom>
          <a:ln w="0">
            <a:noFill/>
          </a:ln>
        </p:spPr>
      </p:pic>
      <p:pic>
        <p:nvPicPr>
          <p:cNvPr id="530" name="Graphic 9" descr=""/>
          <p:cNvPicPr/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/>
        </p:blipFill>
        <p:spPr>
          <a:xfrm>
            <a:off x="9704160" y="6408000"/>
            <a:ext cx="2135160" cy="168480"/>
          </a:xfrm>
          <a:prstGeom prst="rect">
            <a:avLst/>
          </a:prstGeom>
          <a:ln w="0">
            <a:noFill/>
          </a:ln>
        </p:spPr>
      </p:pic>
      <p:pic>
        <p:nvPicPr>
          <p:cNvPr id="531" name="Graphic 10" descr=""/>
          <p:cNvPicPr/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>
          <a:xfrm>
            <a:off x="4744800" y="95760"/>
            <a:ext cx="3282120" cy="6522480"/>
          </a:xfrm>
          <a:prstGeom prst="rect">
            <a:avLst/>
          </a:prstGeom>
          <a:ln w="0">
            <a:noFill/>
          </a:ln>
        </p:spPr>
      </p:pic>
      <p:sp>
        <p:nvSpPr>
          <p:cNvPr id="532" name="hcSlideMaster87.Closing slid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hcSlideMaster78.Closing slid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hcSlideMaster253.Closing slid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hcSlideMaster.Closing slid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6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TextBox 7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7" name="Graphic 8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701280" y="6413760"/>
            <a:ext cx="2135160" cy="168480"/>
          </a:xfrm>
          <a:prstGeom prst="rect">
            <a:avLst/>
          </a:prstGeom>
          <a:ln w="0">
            <a:noFill/>
          </a:ln>
        </p:spPr>
      </p:pic>
      <p:grpSp>
        <p:nvGrpSpPr>
          <p:cNvPr id="538" name="Group 84"/>
          <p:cNvGrpSpPr/>
          <p:nvPr/>
        </p:nvGrpSpPr>
        <p:grpSpPr>
          <a:xfrm>
            <a:off x="11084040" y="316440"/>
            <a:ext cx="761400" cy="157680"/>
            <a:chOff x="11084040" y="316440"/>
            <a:chExt cx="761400" cy="157680"/>
          </a:xfrm>
        </p:grpSpPr>
        <p:sp>
          <p:nvSpPr>
            <p:cNvPr id="539" name="object 11"/>
            <p:cNvSpPr/>
            <p:nvPr/>
          </p:nvSpPr>
          <p:spPr>
            <a:xfrm>
              <a:off x="11363760" y="33840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540" name="object 12"/>
            <p:cNvGrpSpPr/>
            <p:nvPr/>
          </p:nvGrpSpPr>
          <p:grpSpPr>
            <a:xfrm>
              <a:off x="11084040" y="316440"/>
              <a:ext cx="236160" cy="157680"/>
              <a:chOff x="11084040" y="316440"/>
              <a:chExt cx="236160" cy="157680"/>
            </a:xfrm>
          </p:grpSpPr>
          <p:sp>
            <p:nvSpPr>
              <p:cNvPr id="541" name="object 13"/>
              <p:cNvSpPr/>
              <p:nvPr/>
            </p:nvSpPr>
            <p:spPr>
              <a:xfrm>
                <a:off x="11090520" y="31644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42" name="object 14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24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43" name="object 15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24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544" name="Picture 90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6240" cy="126000"/>
          </a:xfrm>
          <a:prstGeom prst="rect">
            <a:avLst/>
          </a:prstGeom>
          <a:ln w="0">
            <a:noFill/>
          </a:ln>
        </p:spPr>
      </p:pic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233280" y="631800"/>
            <a:ext cx="11958120" cy="4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000" spc="-1" strike="noStrike">
                <a:solidFill>
                  <a:schemeClr val="dk1"/>
                </a:solidFill>
                <a:latin typeface="DM Sans"/>
              </a:rPr>
              <a:t>Agenda </a:t>
            </a:r>
            <a:endParaRPr b="0" lang="en-US" sz="20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546" name="hcSlideMaster784.2_Title Slide_ER&amp;D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hcSlideMaster784.Process Flow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hcSlideMaster608.Process Flow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hcSlideMaster1089.Process Flow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hcSlideMaster.Process Flow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7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roup 7"/>
          <p:cNvGrpSpPr/>
          <p:nvPr/>
        </p:nvGrpSpPr>
        <p:grpSpPr>
          <a:xfrm>
            <a:off x="11084040" y="316800"/>
            <a:ext cx="761400" cy="157680"/>
            <a:chOff x="11084040" y="316800"/>
            <a:chExt cx="761400" cy="157680"/>
          </a:xfrm>
        </p:grpSpPr>
        <p:sp>
          <p:nvSpPr>
            <p:cNvPr id="552" name="object 6"/>
            <p:cNvSpPr/>
            <p:nvPr/>
          </p:nvSpPr>
          <p:spPr>
            <a:xfrm>
              <a:off x="1146744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553" name="object 7"/>
            <p:cNvSpPr/>
            <p:nvPr/>
          </p:nvSpPr>
          <p:spPr>
            <a:xfrm>
              <a:off x="11702880" y="338760"/>
              <a:ext cx="142560" cy="1198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554" name="object 8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555" name="object 9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56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57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58" name="object 22"/>
            <p:cNvSpPr/>
            <p:nvPr/>
          </p:nvSpPr>
          <p:spPr>
            <a:xfrm>
              <a:off x="11363760" y="338760"/>
              <a:ext cx="481680" cy="119880"/>
            </a:xfrm>
            <a:custGeom>
              <a:avLst/>
              <a:gdLst>
                <a:gd name="textAreaLeft" fmla="*/ 0 w 481680"/>
                <a:gd name="textAreaRight" fmla="*/ 482040 w 481680"/>
                <a:gd name="textAreaTop" fmla="*/ 0 h 119880"/>
                <a:gd name="textAreaBottom" fmla="*/ 120240 h 11988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559" name="object 23"/>
            <p:cNvGrpSpPr/>
            <p:nvPr/>
          </p:nvGrpSpPr>
          <p:grpSpPr>
            <a:xfrm>
              <a:off x="11084040" y="316800"/>
              <a:ext cx="236160" cy="157680"/>
              <a:chOff x="11084040" y="316800"/>
              <a:chExt cx="236160" cy="157680"/>
            </a:xfrm>
          </p:grpSpPr>
          <p:sp>
            <p:nvSpPr>
              <p:cNvPr id="560" name="object 24"/>
              <p:cNvSpPr/>
              <p:nvPr/>
            </p:nvSpPr>
            <p:spPr>
              <a:xfrm>
                <a:off x="11090520" y="316800"/>
                <a:ext cx="223560" cy="157680"/>
              </a:xfrm>
              <a:custGeom>
                <a:avLst/>
                <a:gdLst>
                  <a:gd name="textAreaLeft" fmla="*/ 0 w 223560"/>
                  <a:gd name="textAreaRight" fmla="*/ 223920 w 223560"/>
                  <a:gd name="textAreaTop" fmla="*/ 0 h 157680"/>
                  <a:gd name="textAreaBottom" fmla="*/ 158040 h 15768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61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840" cy="9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62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480" cy="97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563" name="TextBox 3"/>
          <p:cNvSpPr/>
          <p:nvPr/>
        </p:nvSpPr>
        <p:spPr>
          <a:xfrm>
            <a:off x="437400" y="6373440"/>
            <a:ext cx="6098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PlaceHolder 1"/>
          <p:cNvSpPr>
            <a:spLocks noGrp="1"/>
          </p:cNvSpPr>
          <p:nvPr>
            <p:ph type="sldNum" idx="16"/>
          </p:nvPr>
        </p:nvSpPr>
        <p:spPr>
          <a:xfrm>
            <a:off x="0" y="6356520"/>
            <a:ext cx="4910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800" spc="-1" strike="noStrike">
                <a:solidFill>
                  <a:schemeClr val="lt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C0D282-BE72-4DF1-801B-DE85CEBB04FA}" type="slidenum">
              <a:rPr b="0" lang="en-GB" sz="800" spc="-1" strike="noStrike">
                <a:solidFill>
                  <a:schemeClr val="lt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65" name="Picture 2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5160" cy="126000"/>
          </a:xfrm>
          <a:prstGeom prst="rect">
            <a:avLst/>
          </a:prstGeom>
          <a:ln w="0">
            <a:noFill/>
          </a:ln>
        </p:spPr>
      </p:pic>
      <p:pic>
        <p:nvPicPr>
          <p:cNvPr id="566" name="Graphic 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5160" cy="168480"/>
          </a:xfrm>
          <a:prstGeom prst="rect">
            <a:avLst/>
          </a:prstGeom>
          <a:ln w="0">
            <a:noFill/>
          </a:ln>
        </p:spPr>
      </p:pic>
      <p:sp>
        <p:nvSpPr>
          <p:cNvPr id="567" name="PlaceHolder 2"/>
          <p:cNvSpPr>
            <a:spLocks noGrp="1"/>
          </p:cNvSpPr>
          <p:nvPr>
            <p:ph type="title"/>
          </p:nvPr>
        </p:nvSpPr>
        <p:spPr>
          <a:xfrm>
            <a:off x="245520" y="833400"/>
            <a:ext cx="11598120" cy="84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800" spc="-1" strike="noStrike">
                <a:solidFill>
                  <a:schemeClr val="lt1"/>
                </a:solidFill>
                <a:latin typeface="DM Sans"/>
              </a:rPr>
              <a:t>Click to edit Master title</a:t>
            </a:r>
            <a:endParaRPr b="0" lang="en-US" sz="28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body"/>
          </p:nvPr>
        </p:nvSpPr>
        <p:spPr>
          <a:xfrm>
            <a:off x="245520" y="1855440"/>
            <a:ext cx="11598120" cy="432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lt1"/>
                </a:solidFill>
                <a:latin typeface="DM Sans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lt1"/>
                </a:solidFill>
                <a:latin typeface="DM Sans"/>
              </a:rPr>
              <a:t>Second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lt1"/>
                </a:solidFill>
                <a:latin typeface="DM Sans"/>
              </a:rPr>
              <a:t>Third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lt1"/>
                </a:solidFill>
                <a:latin typeface="DM Sans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lt1"/>
                </a:solidFill>
                <a:latin typeface="DM Sans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569" name="hcSlideMaster87.Blank blu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hcSlideMaster78.Blank blu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hcSlideMaster253.Blank blu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hcSlideMaster.Blank blueHeader"/>
          <p:cNvSpPr/>
          <p:nvPr/>
        </p:nvSpPr>
        <p:spPr>
          <a:xfrm>
            <a:off x="0" y="0"/>
            <a:ext cx="1219176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9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png"/><Relationship Id="rId3" Type="http://schemas.openxmlformats.org/officeDocument/2006/relationships/image" Target="../media/image39.svg"/><Relationship Id="rId4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icture Placeholder 9"/>
          <p:cNvSpPr/>
          <p:nvPr/>
        </p:nvSpPr>
        <p:spPr>
          <a:xfrm>
            <a:off x="5941800" y="816840"/>
            <a:ext cx="6242400" cy="5176800"/>
          </a:xfrm>
          <a:custGeom>
            <a:avLst/>
            <a:gdLst>
              <a:gd name="textAreaLeft" fmla="*/ 0 w 6242400"/>
              <a:gd name="textAreaRight" fmla="*/ 6242760 w 6242400"/>
              <a:gd name="textAreaTop" fmla="*/ 0 h 5176800"/>
              <a:gd name="textAreaBottom" fmla="*/ 5177160 h 5176800"/>
            </a:gdLst>
            <a:ahLst/>
            <a:rect l="textAreaLeft" t="textAreaTop" r="textAreaRight" b="textAreaBottom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245520" y="2600280"/>
            <a:ext cx="5223240" cy="131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rgbClr val="628bff"/>
                </a:solidFill>
                <a:latin typeface="DM Sans"/>
              </a:rPr>
              <a:t>AI Powered Test Automation Platform</a:t>
            </a:r>
            <a:endParaRPr b="0" lang="en-US" sz="36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/>
          </p:nvPr>
        </p:nvSpPr>
        <p:spPr>
          <a:xfrm>
            <a:off x="245520" y="4891680"/>
            <a:ext cx="4291560" cy="41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DM Sans"/>
              </a:rPr>
              <a:t>25-Aug-2026</a:t>
            </a:r>
            <a:endParaRPr b="0" lang="en-US" sz="1600" spc="-1" strike="noStrike">
              <a:solidFill>
                <a:schemeClr val="dk1"/>
              </a:solidFill>
              <a:latin typeface="DM Sans"/>
            </a:endParaRPr>
          </a:p>
        </p:txBody>
      </p:sp>
      <p:pic>
        <p:nvPicPr>
          <p:cNvPr id="576" name="Graphic 10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413240" y="289440"/>
            <a:ext cx="5346000" cy="450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233280" y="780000"/>
            <a:ext cx="11958120" cy="5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200" spc="-1" strike="noStrike">
              <a:solidFill>
                <a:schemeClr val="dk1"/>
              </a:solidFill>
              <a:latin typeface="DM Sans"/>
            </a:endParaRPr>
            <a:r>
              <a:rPr b="1" lang="en-US" sz="2500" spc="-1" strike="noStrike">
                <a:solidFill>
                  <a:srgbClr val="0000B3"/>
                </a:solidFill>
                <a:latin typeface="Arial"/>
              </a:rPr>
              <a:t>The Real Cost of Getting to “Automated”</a:t>
            </a:r>
          </a:p>
        </p:txBody>
      </p:sp>
      <p:sp>
        <p:nvSpPr>
          <p:cNvPr id="578" name="TextBox 577"/>
          <p:cNvSpPr txBox="1"/>
          <p:nvPr/>
        </p:nvSpPr>
        <p:spPr>
          <a:xfrm>
            <a:off x="233280" y="520000"/>
            <a:ext cx="1097308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E08200"/>
                </a:solidFill>
                <a:latin typeface="Arial"/>
              </a:rPr>
              <a:t>THE PROBLEM</a:t>
            </a:r>
          </a:p>
        </p:txBody>
      </p:sp>
      <p:sp>
        <p:nvSpPr>
          <p:cNvPr id="579" name="Rounded Rectangle 578"/>
          <p:cNvSpPr/>
          <p:nvPr/>
        </p:nvSpPr>
        <p:spPr>
          <a:xfrm>
            <a:off x="233280" y="1325000"/>
            <a:ext cx="620000" cy="3400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609480" y="1420000"/>
            <a:ext cx="1097308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DM Sans"/>
              </a:rPr>
              <a:t>Every project pays this price before a single automated regression test ever runs.</a:t>
            </a:r>
          </a:p>
        </p:txBody>
      </p:sp>
      <p:sp>
        <p:nvSpPr>
          <p:cNvPr id="581" name="Rounded Rectangle 580"/>
          <p:cNvSpPr/>
          <p:nvPr/>
        </p:nvSpPr>
        <p:spPr>
          <a:xfrm>
            <a:off x="609480" y="1900000"/>
            <a:ext cx="5201540" cy="1450000"/>
          </a:xfrm>
          <a:prstGeom prst="roundRect">
            <a:avLst>
              <a:gd name="adj" fmla="val 8000"/>
            </a:avLst>
          </a:prstGeom>
          <a:solidFill>
            <a:srgbClr val="FFA500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869480" y="2090000"/>
            <a:ext cx="4681540" cy="10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00">
                <a:solidFill>
                  <a:srgbClr val="FFFFFF"/>
                </a:solidFill>
                <a:latin typeface="Arial"/>
              </a:rPr>
              <a:t>FRAMEWORK SETUP</a:t>
            </a:r>
          </a:p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FFFFFF"/>
                </a:solidFill>
                <a:latin typeface="Arial"/>
              </a:rPr>
              <a:t>2–4 weeks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FFFFFF"/>
                </a:solidFill>
                <a:latin typeface="DM Sans"/>
              </a:rPr>
              <a:t>to build the base architecture — page objects, configs, reporting, CI hooks — before a single test case is automated</a:t>
            </a:r>
          </a:p>
        </p:txBody>
      </p:sp>
      <p:sp>
        <p:nvSpPr>
          <p:cNvPr id="583" name="Oval 582"/>
          <p:cNvSpPr/>
          <p:nvPr/>
        </p:nvSpPr>
        <p:spPr>
          <a:xfrm>
            <a:off x="5846020" y="2375000"/>
            <a:ext cx="500000" cy="500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A500"/>
                </a:solidFill>
                <a:latin typeface="Arial"/>
              </a:rPr>
              <a:t>+</a:t>
            </a:r>
          </a:p>
        </p:txBody>
      </p:sp>
      <p:sp>
        <p:nvSpPr>
          <p:cNvPr id="584" name="Rounded Rectangle 583"/>
          <p:cNvSpPr/>
          <p:nvPr/>
        </p:nvSpPr>
        <p:spPr>
          <a:xfrm>
            <a:off x="6381020" y="1900000"/>
            <a:ext cx="5201540" cy="1450000"/>
          </a:xfrm>
          <a:prstGeom prst="roundRect">
            <a:avLst>
              <a:gd name="adj" fmla="val 8000"/>
            </a:avLst>
          </a:prstGeom>
          <a:solidFill>
            <a:srgbClr val="FFA500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TextBox 584"/>
          <p:cNvSpPr txBox="1"/>
          <p:nvPr/>
        </p:nvSpPr>
        <p:spPr>
          <a:xfrm>
            <a:off x="6641020" y="2090000"/>
            <a:ext cx="4681540" cy="10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00">
                <a:solidFill>
                  <a:srgbClr val="FFFFFF"/>
                </a:solidFill>
                <a:latin typeface="Arial"/>
              </a:rPr>
              <a:t>PER TEST CASE</a:t>
            </a:r>
          </a:p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FFFFFF"/>
                </a:solidFill>
                <a:latin typeface="Arial"/>
              </a:rPr>
              <a:t>4–8 hours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FFFFFF"/>
                </a:solidFill>
                <a:latin typeface="DM Sans"/>
              </a:rPr>
              <a:t>of locator discovery, scripting, and data wiring — repeated by hand for every single test case in the suite</a:t>
            </a:r>
          </a:p>
        </p:txBody>
      </p:sp>
      <p:sp>
        <p:nvSpPr>
          <p:cNvPr id="586" name="TextBox 585"/>
          <p:cNvSpPr txBox="1"/>
          <p:nvPr/>
        </p:nvSpPr>
        <p:spPr>
          <a:xfrm>
            <a:off x="609480" y="3460000"/>
            <a:ext cx="1097308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B56300"/>
                </a:solidFill>
                <a:latin typeface="Arial"/>
              </a:rPr>
              <a:t>That's weeks of setup — then hours multiplied by every test case still waiting to be written.</a:t>
            </a:r>
          </a:p>
        </p:txBody>
      </p:sp>
      <p:sp>
        <p:nvSpPr>
          <p:cNvPr id="587" name="TextBox 586"/>
          <p:cNvSpPr txBox="1"/>
          <p:nvPr/>
        </p:nvSpPr>
        <p:spPr>
          <a:xfrm>
            <a:off x="609480" y="3800000"/>
            <a:ext cx="1097308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B56300"/>
                </a:solidFill>
                <a:latin typeface="Arial"/>
              </a:rPr>
              <a:t>AND THE COSTS DON'T STOP THERE</a:t>
            </a:r>
          </a:p>
        </p:txBody>
      </p:sp>
      <p:sp>
        <p:nvSpPr>
          <p:cNvPr id="588" name="Rounded Rectangle 587"/>
          <p:cNvSpPr/>
          <p:nvPr/>
        </p:nvSpPr>
        <p:spPr>
          <a:xfrm>
            <a:off x="609480" y="4100000"/>
            <a:ext cx="2593270" cy="148000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 w="9525">
            <a:solidFill>
              <a:srgbClr val="FFA500"/>
            </a:solidFill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769480" y="4220000"/>
            <a:ext cx="440000" cy="440000"/>
          </a:xfrm>
          <a:prstGeom prst="ellipse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590" name="TextBox 589"/>
          <p:cNvSpPr txBox="1"/>
          <p:nvPr/>
        </p:nvSpPr>
        <p:spPr>
          <a:xfrm>
            <a:off x="799480" y="4760000"/>
            <a:ext cx="2213270" cy="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56300"/>
                </a:solidFill>
                <a:latin typeface="Arial"/>
              </a:rPr>
              <a:t>Scripts Break Constantly</a:t>
            </a:r>
          </a:p>
          <a:p>
            <a:pPr algn="l">
              <a:spcBef>
                <a:spcPts val="500"/>
              </a:spcBef>
            </a:pPr>
            <a:r>
              <a:rPr sz="950" b="0" i="0">
                <a:solidFill>
                  <a:srgbClr val="222222"/>
                </a:solidFill>
                <a:latin typeface="DM Sans"/>
              </a:rPr>
              <a:t>Every UI change risks breaking existing tests — maintenance becomes a permanent, uncosted workstream.</a:t>
            </a:r>
          </a:p>
        </p:txBody>
      </p:sp>
      <p:sp>
        <p:nvSpPr>
          <p:cNvPr id="591" name="Rounded Rectangle 590"/>
          <p:cNvSpPr/>
          <p:nvPr/>
        </p:nvSpPr>
        <p:spPr>
          <a:xfrm>
            <a:off x="3402750" y="4100000"/>
            <a:ext cx="2593270" cy="148000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 w="9525">
            <a:solidFill>
              <a:srgbClr val="FFA500"/>
            </a:solidFill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3562750" y="4220000"/>
            <a:ext cx="440000" cy="440000"/>
          </a:xfrm>
          <a:prstGeom prst="ellipse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593" name="TextBox 592"/>
          <p:cNvSpPr txBox="1"/>
          <p:nvPr/>
        </p:nvSpPr>
        <p:spPr>
          <a:xfrm>
            <a:off x="3592750" y="4760000"/>
            <a:ext cx="2213270" cy="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56300"/>
                </a:solidFill>
                <a:latin typeface="Arial"/>
              </a:rPr>
              <a:t>Expertise Is Scarce</a:t>
            </a:r>
          </a:p>
          <a:p>
            <a:pPr algn="l">
              <a:spcBef>
                <a:spcPts val="500"/>
              </a:spcBef>
            </a:pPr>
            <a:r>
              <a:rPr sz="950" b="0" i="0">
                <a:solidFill>
                  <a:srgbClr val="222222"/>
                </a:solidFill>
                <a:latin typeface="DM Sans"/>
              </a:rPr>
              <a:t>Skilled automation engineers are hard to hire — and they spend most of their time on plumbing, not test design.</a:t>
            </a:r>
          </a:p>
        </p:txBody>
      </p:sp>
      <p:sp>
        <p:nvSpPr>
          <p:cNvPr id="594" name="Rounded Rectangle 593"/>
          <p:cNvSpPr/>
          <p:nvPr/>
        </p:nvSpPr>
        <p:spPr>
          <a:xfrm>
            <a:off x="6196020" y="4100000"/>
            <a:ext cx="2593270" cy="148000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 w="9525">
            <a:solidFill>
              <a:srgbClr val="FFA500"/>
            </a:solidFill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6356020" y="4220000"/>
            <a:ext cx="440000" cy="440000"/>
          </a:xfrm>
          <a:prstGeom prst="ellipse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6386020" y="4760000"/>
            <a:ext cx="2213270" cy="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56300"/>
                </a:solidFill>
                <a:latin typeface="Arial"/>
              </a:rPr>
              <a:t>Every Project Reinvents the Wheel</a:t>
            </a:r>
          </a:p>
          <a:p>
            <a:pPr algn="l">
              <a:spcBef>
                <a:spcPts val="500"/>
              </a:spcBef>
            </a:pPr>
            <a:r>
              <a:rPr sz="950" b="0" i="0">
                <a:solidFill>
                  <a:srgbClr val="222222"/>
                </a:solidFill>
                <a:latin typeface="DM Sans"/>
              </a:rPr>
              <a:t>Without a shared framework, each team rebuilds its own conventions from scratch — nothing gets reused.</a:t>
            </a:r>
          </a:p>
        </p:txBody>
      </p:sp>
      <p:sp>
        <p:nvSpPr>
          <p:cNvPr id="597" name="Rounded Rectangle 596"/>
          <p:cNvSpPr/>
          <p:nvPr/>
        </p:nvSpPr>
        <p:spPr>
          <a:xfrm>
            <a:off x="8989290" y="4100000"/>
            <a:ext cx="2593270" cy="148000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 w="9525">
            <a:solidFill>
              <a:srgbClr val="FFA500"/>
            </a:solidFill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9149290" y="4220000"/>
            <a:ext cx="440000" cy="440000"/>
          </a:xfrm>
          <a:prstGeom prst="ellipse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9179290" y="4760000"/>
            <a:ext cx="2213270" cy="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56300"/>
                </a:solidFill>
                <a:latin typeface="Arial"/>
              </a:rPr>
              <a:t>Regression Suites Fall Behind</a:t>
            </a:r>
          </a:p>
          <a:p>
            <a:pPr algn="l">
              <a:spcBef>
                <a:spcPts val="500"/>
              </a:spcBef>
            </a:pPr>
            <a:r>
              <a:rPr sz="950" b="0" i="0">
                <a:solidFill>
                  <a:srgbClr val="222222"/>
                </a:solidFill>
                <a:latin typeface="DM Sans"/>
              </a:rPr>
              <a:t>By the time automation catches up, the application has already changed again — QA becomes the release bottleneck.</a:t>
            </a:r>
          </a:p>
        </p:txBody>
      </p:sp>
      <p:sp>
        <p:nvSpPr>
          <p:cNvPr id="600" name="Rounded Rectangle 599"/>
          <p:cNvSpPr/>
          <p:nvPr/>
        </p:nvSpPr>
        <p:spPr>
          <a:xfrm>
            <a:off x="609480" y="5720000"/>
            <a:ext cx="10973080" cy="480000"/>
          </a:xfrm>
          <a:prstGeom prst="roundRect">
            <a:avLst>
              <a:gd name="adj" fmla="val 18000"/>
            </a:avLst>
          </a:prstGeom>
          <a:solidFill>
            <a:srgbClr val="0000B3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TextBox 600"/>
          <p:cNvSpPr txBox="1"/>
          <p:nvPr/>
        </p:nvSpPr>
        <p:spPr>
          <a:xfrm>
            <a:off x="869480" y="5720000"/>
            <a:ext cx="1045308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The result: automation gets under-built, or takes months to pay for itself — long before a single release ever benefits.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3280" y="520000"/>
            <a:ext cx="1097308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E08200"/>
                </a:solidFill>
                <a:latin typeface="Arial"/>
              </a:rPr>
              <a:t>THE SOLUTION</a:t>
            </a:r>
          </a:p>
        </p:txBody>
      </p:sp>
      <p:sp>
        <p:nvSpPr>
          <p:cNvPr id="1001" name="Title"/>
          <p:cNvSpPr>
            <a:spLocks noGrp="1"/>
          </p:cNvSpPr>
          <p:nvPr>
            <p:ph type="title"/>
          </p:nvPr>
        </p:nvSpPr>
        <p:spPr>
          <a:xfrm>
            <a:off x="233280" y="780000"/>
            <a:ext cx="11958120" cy="5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The AI-Powered Test Automation Platform</a:t>
            </a:r>
            <a:endParaRPr b="0" lang="en-US" sz="22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1002" name="Rounded Rectangle 1001"/>
          <p:cNvSpPr/>
          <p:nvPr/>
        </p:nvSpPr>
        <p:spPr>
          <a:xfrm>
            <a:off x="233280" y="1325000"/>
            <a:ext cx="620000" cy="3400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TextBox 1002"/>
          <p:cNvSpPr txBox="1"/>
          <p:nvPr/>
        </p:nvSpPr>
        <p:spPr>
          <a:xfrm>
            <a:off x="609480" y="1420000"/>
            <a:ext cx="1097308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DM Sans"/>
              </a:rPr>
              <a:t>One system. Four inputs in — a working test suite out.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609480" y="1950000"/>
            <a:ext cx="26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B3"/>
                </a:solidFill>
                <a:latin typeface="Arial"/>
              </a:rPr>
              <a:t>INPUTS</a:t>
            </a:r>
          </a:p>
        </p:txBody>
      </p:sp>
      <p:sp>
        <p:nvSpPr>
          <p:cNvPr id="1005" name="Rounded Rectangle 1004"/>
          <p:cNvSpPr/>
          <p:nvPr/>
        </p:nvSpPr>
        <p:spPr>
          <a:xfrm>
            <a:off x="609480" y="2400000"/>
            <a:ext cx="2650000" cy="62000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200" b="1">
                <a:solidFill>
                  <a:srgbClr val="0000B3"/>
                </a:solidFill>
                <a:latin typeface="Arial"/>
              </a:rPr>
              <a:t>Project Name</a:t>
            </a:r>
          </a:p>
        </p:txBody>
      </p:sp>
      <p:sp>
        <p:nvSpPr>
          <p:cNvPr id="1006" name="Rounded Rectangle 1005"/>
          <p:cNvSpPr/>
          <p:nvPr/>
        </p:nvSpPr>
        <p:spPr>
          <a:xfrm>
            <a:off x="609480" y="3170000"/>
            <a:ext cx="2650000" cy="62000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200" b="1">
                <a:solidFill>
                  <a:srgbClr val="0000B3"/>
                </a:solidFill>
                <a:latin typeface="Arial"/>
              </a:rPr>
              <a:t>Application URL</a:t>
            </a:r>
          </a:p>
        </p:txBody>
      </p:sp>
      <p:sp>
        <p:nvSpPr>
          <p:cNvPr id="1007" name="Rounded Rectangle 1006"/>
          <p:cNvSpPr/>
          <p:nvPr/>
        </p:nvSpPr>
        <p:spPr>
          <a:xfrm>
            <a:off x="609480" y="3940000"/>
            <a:ext cx="2650000" cy="62000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200" b="1">
                <a:solidFill>
                  <a:srgbClr val="0000B3"/>
                </a:solidFill>
                <a:latin typeface="Arial"/>
              </a:rPr>
              <a:t>Login Credentials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609480" y="4710000"/>
            <a:ext cx="2650000" cy="62000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200" b="1">
                <a:solidFill>
                  <a:srgbClr val="0000B3"/>
                </a:solidFill>
                <a:latin typeface="Arial"/>
              </a:rPr>
              <a:t>Test-Case Sheet</a:t>
            </a:r>
          </a:p>
        </p:txBody>
      </p:sp>
      <p:sp>
        <p:nvSpPr>
          <p:cNvPr id="1009" name="Right Arrow 1008"/>
          <p:cNvSpPr/>
          <p:nvPr/>
        </p:nvSpPr>
        <p:spPr>
          <a:xfrm>
            <a:off x="3389480" y="3410000"/>
            <a:ext cx="460000" cy="460000"/>
          </a:xfrm>
          <a:prstGeom prst="rightArrow">
            <a:avLst/>
          </a:prstGeom>
          <a:solidFill>
            <a:srgbClr val="61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Rounded Rectangle 1009"/>
          <p:cNvSpPr/>
          <p:nvPr/>
        </p:nvSpPr>
        <p:spPr>
          <a:xfrm>
            <a:off x="3979480" y="1950000"/>
            <a:ext cx="4233080" cy="3380000"/>
          </a:xfrm>
          <a:prstGeom prst="roundRect">
            <a:avLst>
              <a:gd name="adj" fmla="val 10000"/>
            </a:avLst>
          </a:prstGeom>
          <a:solidFill>
            <a:srgbClr val="0000B3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5786020" y="2160000"/>
            <a:ext cx="620000" cy="620000"/>
          </a:xfrm>
          <a:prstGeom prst="ellipse">
            <a:avLst/>
          </a:prstGeom>
          <a:solidFill>
            <a:srgbClr val="12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4159480" y="2850000"/>
            <a:ext cx="3873080" cy="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AI-POWERED TEST
AUTOMATION PLATFORM</a:t>
            </a:r>
          </a:p>
        </p:txBody>
      </p:sp>
      <p:sp>
        <p:nvSpPr>
          <p:cNvPr id="1013" name="Rounded Rectangle 1012"/>
          <p:cNvSpPr/>
          <p:nvPr/>
        </p:nvSpPr>
        <p:spPr>
          <a:xfrm>
            <a:off x="4179480" y="3510000"/>
            <a:ext cx="890770" cy="620000"/>
          </a:xfrm>
          <a:prstGeom prst="roundRect">
            <a:avLst>
              <a:gd name="adj" fmla="val 16000"/>
            </a:avLst>
          </a:prstGeom>
          <a:solidFill>
            <a:srgbClr val="618BFF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READ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5160250" y="3510000"/>
            <a:ext cx="890770" cy="620000"/>
          </a:xfrm>
          <a:prstGeom prst="roundRect">
            <a:avLst>
              <a:gd name="adj" fmla="val 16000"/>
            </a:avLst>
          </a:prstGeom>
          <a:solidFill>
            <a:srgbClr val="618BFF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1015" name="Rounded Rectangle 1014"/>
          <p:cNvSpPr/>
          <p:nvPr/>
        </p:nvSpPr>
        <p:spPr>
          <a:xfrm>
            <a:off x="6141020" y="3510000"/>
            <a:ext cx="890770" cy="620000"/>
          </a:xfrm>
          <a:prstGeom prst="roundRect">
            <a:avLst>
              <a:gd name="adj" fmla="val 16000"/>
            </a:avLst>
          </a:prstGeom>
          <a:solidFill>
            <a:srgbClr val="618BFF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sp>
        <p:nvSpPr>
          <p:cNvPr id="1016" name="Rounded Rectangle 1015"/>
          <p:cNvSpPr/>
          <p:nvPr/>
        </p:nvSpPr>
        <p:spPr>
          <a:xfrm>
            <a:off x="7121790" y="3510000"/>
            <a:ext cx="890770" cy="620000"/>
          </a:xfrm>
          <a:prstGeom prst="roundRect">
            <a:avLst>
              <a:gd name="adj" fmla="val 16000"/>
            </a:avLst>
          </a:prstGeom>
          <a:solidFill>
            <a:srgbClr val="618BFF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DELIVER</a:t>
            </a:r>
          </a:p>
        </p:txBody>
      </p:sp>
      <p:cxnSp>
        <p:nvCxnSpPr>
          <p:cNvPr id="1017" name="Connector 1016"/>
          <p:cNvCxnSpPr/>
          <p:nvPr/>
        </p:nvCxnSpPr>
        <p:spPr>
          <a:xfrm>
            <a:off x="4624865" y="3820000"/>
            <a:ext cx="2942310" cy="0"/>
          </a:xfrm>
          <a:prstGeom prst="line">
            <a:avLst/>
          </a:prstGeom>
          <a:ln w="19050">
            <a:solidFill>
              <a:srgbClr val="0000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8" name="TextBox 1017"/>
          <p:cNvSpPr txBox="1"/>
          <p:nvPr/>
        </p:nvSpPr>
        <p:spPr>
          <a:xfrm>
            <a:off x="4159480" y="4350000"/>
            <a:ext cx="38730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618BFF"/>
                </a:solidFill>
                <a:latin typeface="Arial"/>
              </a:rPr>
              <a:t>Reads  →  Writes  →  Verifies  →  Delivers</a:t>
            </a:r>
          </a:p>
        </p:txBody>
      </p:sp>
      <p:sp>
        <p:nvSpPr>
          <p:cNvPr id="1019" name="Right Arrow 1018"/>
          <p:cNvSpPr/>
          <p:nvPr/>
        </p:nvSpPr>
        <p:spPr>
          <a:xfrm>
            <a:off x="8342560" y="3410000"/>
            <a:ext cx="460000" cy="460000"/>
          </a:xfrm>
          <a:prstGeom prst="rightArrow">
            <a:avLst/>
          </a:prstGeom>
          <a:solidFill>
            <a:srgbClr val="61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8932560" y="1950000"/>
            <a:ext cx="26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B3"/>
                </a:solidFill>
                <a:latin typeface="Arial"/>
              </a:rPr>
              <a:t>OUTPUTS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8932560" y="2400000"/>
            <a:ext cx="2650000" cy="62000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200" b="1">
                <a:solidFill>
                  <a:srgbClr val="0000B3"/>
                </a:solidFill>
                <a:latin typeface="Arial"/>
              </a:rPr>
              <a:t>Test Scripts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8932560" y="3170000"/>
            <a:ext cx="2650000" cy="62000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200" b="1">
                <a:solidFill>
                  <a:srgbClr val="0000B3"/>
                </a:solidFill>
                <a:latin typeface="Arial"/>
              </a:rPr>
              <a:t>Test Data &amp; Config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8932560" y="3940000"/>
            <a:ext cx="2650000" cy="62000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200" b="1">
                <a:solidFill>
                  <a:srgbClr val="0000B3"/>
                </a:solidFill>
                <a:latin typeface="Arial"/>
              </a:rPr>
              <a:t>Compiled &amp; Verified</a:t>
            </a:r>
          </a:p>
        </p:txBody>
      </p:sp>
      <p:sp>
        <p:nvSpPr>
          <p:cNvPr id="1024" name="Rounded Rectangle 1023"/>
          <p:cNvSpPr/>
          <p:nvPr/>
        </p:nvSpPr>
        <p:spPr>
          <a:xfrm>
            <a:off x="8932560" y="4710000"/>
            <a:ext cx="2650000" cy="62000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200" b="1">
                <a:solidFill>
                  <a:srgbClr val="0000B3"/>
                </a:solidFill>
                <a:latin typeface="Arial"/>
              </a:rPr>
              <a:t>Ready-to-Run Package</a:t>
            </a:r>
          </a:p>
        </p:txBody>
      </p:sp>
      <p:sp>
        <p:nvSpPr>
          <p:cNvPr id="1025" name="TextBox 1024"/>
          <p:cNvSpPr txBox="1"/>
          <p:nvPr/>
        </p:nvSpPr>
        <p:spPr>
          <a:xfrm>
            <a:off x="609480" y="5530000"/>
            <a:ext cx="109730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666666"/>
                </a:solidFill>
                <a:latin typeface="DM Sans"/>
              </a:rPr>
              <a:t>Same inputs, same process — 2 test cases or 200.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3280" y="520000"/>
            <a:ext cx="1097308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E08200"/>
                </a:solidFill>
                <a:latin typeface="Arial"/>
              </a:rPr>
              <a:t>UNDER THE HOOD</a:t>
            </a:r>
          </a:p>
        </p:txBody>
      </p:sp>
      <p:sp>
        <p:nvSpPr>
          <p:cNvPr id="1002" name="Title"/>
          <p:cNvSpPr>
            <a:spLocks noGrp="1"/>
          </p:cNvSpPr>
          <p:nvPr>
            <p:ph type="title"/>
          </p:nvPr>
        </p:nvSpPr>
        <p:spPr>
          <a:xfrm>
            <a:off x="233280" y="780000"/>
            <a:ext cx="11958120" cy="5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How It Works: Inside the Engine</a:t>
            </a:r>
            <a:endParaRPr b="0" lang="en-US" sz="22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1003" name="Rounded Rectangle 1002"/>
          <p:cNvSpPr/>
          <p:nvPr/>
        </p:nvSpPr>
        <p:spPr>
          <a:xfrm>
            <a:off x="233280" y="1325000"/>
            <a:ext cx="620000" cy="3400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TextBox 1003"/>
          <p:cNvSpPr txBox="1"/>
          <p:nvPr/>
        </p:nvSpPr>
        <p:spPr>
          <a:xfrm>
            <a:off x="609480" y="1420000"/>
            <a:ext cx="1097308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DM Sans"/>
              </a:rPr>
              <a:t>A technical view of the mechanism, block by block.</a:t>
            </a:r>
          </a:p>
        </p:txBody>
      </p:sp>
      <p:sp>
        <p:nvSpPr>
          <p:cNvPr id="1005" name="Rounded Rectangle 1004"/>
          <p:cNvSpPr/>
          <p:nvPr/>
        </p:nvSpPr>
        <p:spPr>
          <a:xfrm>
            <a:off x="609480" y="1950000"/>
            <a:ext cx="3491026" cy="68000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100" b="1">
                <a:solidFill>
                  <a:srgbClr val="0000B3"/>
                </a:solidFill>
                <a:latin typeface="Arial"/>
              </a:rPr>
              <a:t>Test-Case</a:t>
            </a:r>
          </a:p>
          <a:p>
            <a:pPr algn="ctr"/>
            <a:r>
              <a:rPr sz="1100" b="1">
                <a:solidFill>
                  <a:srgbClr val="0000B3"/>
                </a:solidFill>
                <a:latin typeface="Arial"/>
              </a:rPr>
              <a:t>Sheet</a:t>
            </a:r>
          </a:p>
        </p:txBody>
      </p:sp>
      <p:sp>
        <p:nvSpPr>
          <p:cNvPr id="1006" name="Rounded Rectangle 1005"/>
          <p:cNvSpPr/>
          <p:nvPr/>
        </p:nvSpPr>
        <p:spPr>
          <a:xfrm>
            <a:off x="4350506" y="1950000"/>
            <a:ext cx="3491026" cy="68000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100" b="1">
                <a:solidFill>
                  <a:srgbClr val="0000B3"/>
                </a:solidFill>
                <a:latin typeface="Arial"/>
              </a:rPr>
              <a:t>Framework Skill</a:t>
            </a:r>
          </a:p>
          <a:p>
            <a:pPr algn="ctr"/>
            <a:r>
              <a:rPr sz="1100" b="1">
                <a:solidFill>
                  <a:srgbClr val="0000B3"/>
                </a:solidFill>
                <a:latin typeface="Arial"/>
              </a:rPr>
              <a:t>&amp; Templates</a:t>
            </a:r>
          </a:p>
        </p:txBody>
      </p:sp>
      <p:sp>
        <p:nvSpPr>
          <p:cNvPr id="1007" name="Rounded Rectangle 1006"/>
          <p:cNvSpPr/>
          <p:nvPr/>
        </p:nvSpPr>
        <p:spPr>
          <a:xfrm>
            <a:off x="8091533" y="1950000"/>
            <a:ext cx="3491026" cy="680000"/>
          </a:xfrm>
          <a:prstGeom prst="roundRect">
            <a:avLst>
              <a:gd name="adj" fmla="val 10000"/>
            </a:avLst>
          </a:prstGeom>
          <a:solidFill>
            <a:srgbClr val="EAEEFB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100" b="1">
                <a:solidFill>
                  <a:srgbClr val="0000B3"/>
                </a:solidFill>
                <a:latin typeface="Arial"/>
              </a:rPr>
              <a:t>Isolated</a:t>
            </a:r>
          </a:p>
          <a:p>
            <a:pPr algn="ctr"/>
            <a:r>
              <a:rPr sz="1100" b="1">
                <a:solidFill>
                  <a:srgbClr val="0000B3"/>
                </a:solidFill>
                <a:latin typeface="Arial"/>
              </a:rPr>
              <a:t>Workspace</a:t>
            </a:r>
          </a:p>
        </p:txBody>
      </p:sp>
      <p:sp>
        <p:nvSpPr>
          <p:cNvPr id="1008" name="Down Arrow 1007"/>
          <p:cNvSpPr/>
          <p:nvPr/>
        </p:nvSpPr>
        <p:spPr>
          <a:xfrm>
            <a:off x="2224993" y="2670000"/>
            <a:ext cx="260000" cy="320000"/>
          </a:xfrm>
          <a:prstGeom prst="downArrow">
            <a:avLst/>
          </a:prstGeom>
          <a:solidFill>
            <a:srgbClr val="D8D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Down Arrow 1008"/>
          <p:cNvSpPr/>
          <p:nvPr/>
        </p:nvSpPr>
        <p:spPr>
          <a:xfrm>
            <a:off x="5966019" y="2670000"/>
            <a:ext cx="260000" cy="320000"/>
          </a:xfrm>
          <a:prstGeom prst="downArrow">
            <a:avLst/>
          </a:prstGeom>
          <a:solidFill>
            <a:srgbClr val="D8D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Down Arrow 1009"/>
          <p:cNvSpPr/>
          <p:nvPr/>
        </p:nvSpPr>
        <p:spPr>
          <a:xfrm>
            <a:off x="9707046" y="2670000"/>
            <a:ext cx="260000" cy="320000"/>
          </a:xfrm>
          <a:prstGeom prst="downArrow">
            <a:avLst/>
          </a:prstGeom>
          <a:solidFill>
            <a:srgbClr val="D8D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Rounded Rectangle 1010"/>
          <p:cNvSpPr/>
          <p:nvPr/>
        </p:nvSpPr>
        <p:spPr>
          <a:xfrm>
            <a:off x="609480" y="3030000"/>
            <a:ext cx="10973080" cy="820000"/>
          </a:xfrm>
          <a:prstGeom prst="roundRect">
            <a:avLst>
              <a:gd name="adj" fmla="val 12000"/>
            </a:avLst>
          </a:prstGeom>
          <a:solidFill>
            <a:srgbClr val="0000B3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TextBox 1011"/>
          <p:cNvSpPr txBox="1"/>
          <p:nvPr/>
        </p:nvSpPr>
        <p:spPr>
          <a:xfrm>
            <a:off x="609480" y="3030000"/>
            <a:ext cx="10973080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AI AGENT</a:t>
            </a:r>
          </a:p>
          <a:p>
            <a:pPr algn="ctr">
              <a:spcBef>
                <a:spcPts val="400"/>
              </a:spcBef>
            </a:pPr>
            <a:r>
              <a:rPr sz="1050" b="1" i="0">
                <a:solidFill>
                  <a:srgbClr val="618BFF"/>
                </a:solidFill>
                <a:latin typeface="Arial"/>
              </a:rPr>
              <a:t>Reads  ·  Writes  ·  Compiles  ·  Fixes</a:t>
            </a:r>
          </a:p>
        </p:txBody>
      </p:sp>
      <p:sp>
        <p:nvSpPr>
          <p:cNvPr id="1013" name="Rounded Rectangle 1012"/>
          <p:cNvSpPr/>
          <p:nvPr/>
        </p:nvSpPr>
        <p:spPr>
          <a:xfrm>
            <a:off x="8982560" y="2860000"/>
            <a:ext cx="2600000" cy="340000"/>
          </a:xfrm>
          <a:prstGeom prst="roundRect">
            <a:avLst>
              <a:gd name="adj" fmla="val 50000"/>
            </a:avLst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0000" rIns="700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⏱ CAPPED COST &amp; TIME BUDGET</a:t>
            </a:r>
          </a:p>
        </p:txBody>
      </p:sp>
      <p:sp>
        <p:nvSpPr>
          <p:cNvPr id="1014" name="Down Arrow 1013"/>
          <p:cNvSpPr/>
          <p:nvPr/>
        </p:nvSpPr>
        <p:spPr>
          <a:xfrm>
            <a:off x="3866020" y="3880000"/>
            <a:ext cx="260000" cy="520000"/>
          </a:xfrm>
          <a:prstGeom prst="downArrow">
            <a:avLst/>
          </a:prstGeom>
          <a:solidFill>
            <a:srgbClr val="D8D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Up Arrow 1014"/>
          <p:cNvSpPr/>
          <p:nvPr/>
        </p:nvSpPr>
        <p:spPr>
          <a:xfrm>
            <a:off x="4266020" y="3880000"/>
            <a:ext cx="260000" cy="520000"/>
          </a:xfrm>
          <a:prstGeom prst="upArrow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3016020" y="3910000"/>
            <a:ext cx="8500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666666"/>
                </a:solidFill>
                <a:latin typeface="Arial"/>
              </a:rPr>
              <a:t>runs the build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4536020" y="3910000"/>
            <a:ext cx="10000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B56300"/>
                </a:solidFill>
                <a:latin typeface="Arial"/>
              </a:rPr>
              <a:t>fixes its own errors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2546020" y="4440000"/>
            <a:ext cx="3300000" cy="850000"/>
          </a:xfrm>
          <a:prstGeom prst="roundRect">
            <a:avLst>
              <a:gd name="adj" fmla="val 10000"/>
            </a:avLst>
          </a:prstGeom>
          <a:solidFill>
            <a:srgbClr val="F2F3FA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250" b="1">
                <a:solidFill>
                  <a:srgbClr val="0000B3"/>
                </a:solidFill>
                <a:latin typeface="Arial"/>
              </a:rPr>
              <a:t>COMPILE &amp; TEST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666666"/>
                </a:solidFill>
                <a:latin typeface="DM Sans"/>
              </a:rPr>
              <a:t>checks its own work</a:t>
            </a:r>
          </a:p>
        </p:txBody>
      </p:sp>
      <p:sp>
        <p:nvSpPr>
          <p:cNvPr id="1019" name="Right Arrow 1018"/>
          <p:cNvSpPr/>
          <p:nvPr/>
        </p:nvSpPr>
        <p:spPr>
          <a:xfrm>
            <a:off x="5886020" y="4735000"/>
            <a:ext cx="420000" cy="260000"/>
          </a:xfrm>
          <a:prstGeom prst="rightArrow">
            <a:avLst/>
          </a:prstGeom>
          <a:solidFill>
            <a:srgbClr val="12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5826020" y="4140000"/>
            <a:ext cx="54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2C6B3"/>
                </a:solidFill>
                <a:latin typeface="Arial"/>
              </a:rPr>
              <a:t>✓ compiles clean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6346020" y="4440000"/>
            <a:ext cx="3300000" cy="850000"/>
          </a:xfrm>
          <a:prstGeom prst="roundRect">
            <a:avLst>
              <a:gd name="adj" fmla="val 10000"/>
            </a:avLst>
          </a:prstGeom>
          <a:solidFill>
            <a:srgbClr val="12C6B3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PACKAGED OUTPUT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E8FFFB"/>
                </a:solidFill>
                <a:latin typeface="DM Sans"/>
              </a:rPr>
              <a:t>ready-to-run zip</a:t>
            </a:r>
          </a:p>
        </p:txBody>
      </p:sp>
      <p:sp>
        <p:nvSpPr>
          <p:cNvPr id="1022" name="TextBox 1021"/>
          <p:cNvSpPr txBox="1"/>
          <p:nvPr/>
        </p:nvSpPr>
        <p:spPr>
          <a:xfrm>
            <a:off x="609480" y="5450000"/>
            <a:ext cx="1097308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DM Sans"/>
              </a:rPr>
              <a:t>Fails  →  fixes itself  →  tries again — until it's clean.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3280" y="520000"/>
            <a:ext cx="1097308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E08200"/>
                </a:solidFill>
                <a:latin typeface="Arial"/>
              </a:rPr>
              <a:t>THE PAYOFF</a:t>
            </a:r>
          </a:p>
        </p:txBody>
      </p:sp>
      <p:sp>
        <p:nvSpPr>
          <p:cNvPr id="1003" name="Title"/>
          <p:cNvSpPr>
            <a:spLocks noGrp="1"/>
          </p:cNvSpPr>
          <p:nvPr>
            <p:ph type="title"/>
          </p:nvPr>
        </p:nvSpPr>
        <p:spPr>
          <a:xfrm>
            <a:off x="233280" y="780000"/>
            <a:ext cx="11958120" cy="5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Expected Impact: Time &amp; Effort Saved</a:t>
            </a:r>
            <a:endParaRPr b="0" lang="en-US" sz="22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1004" name="Rounded Rectangle 1003"/>
          <p:cNvSpPr/>
          <p:nvPr/>
        </p:nvSpPr>
        <p:spPr>
          <a:xfrm>
            <a:off x="233280" y="1325000"/>
            <a:ext cx="620000" cy="3400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TextBox 1004"/>
          <p:cNvSpPr txBox="1"/>
          <p:nvPr/>
        </p:nvSpPr>
        <p:spPr>
          <a:xfrm>
            <a:off x="609480" y="1420000"/>
            <a:ext cx="1097308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DM Sans"/>
              </a:rPr>
              <a:t>Manual test-writing effort grows with every test case a project needs. The generation engine's time barely moves — that gap is where the savings scale.</a:t>
            </a:r>
          </a:p>
        </p:txBody>
      </p:sp>
      <p:graphicFrame>
        <p:nvGraphicFramePr>
          <p:cNvPr id="1006" name="Chart 1005"/>
          <p:cNvGraphicFramePr>
            <a:graphicFrameLocks noGrp="1"/>
          </p:cNvGraphicFramePr>
          <p:nvPr/>
        </p:nvGraphicFramePr>
        <p:xfrm>
          <a:off x="609480" y="1900000"/>
          <a:ext cx="7000000" cy="31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07" name="Rounded Rectangle 1006"/>
          <p:cNvSpPr/>
          <p:nvPr/>
        </p:nvSpPr>
        <p:spPr>
          <a:xfrm>
            <a:off x="7929480" y="1900000"/>
            <a:ext cx="3653080" cy="2000000"/>
          </a:xfrm>
          <a:prstGeom prst="roundRect">
            <a:avLst>
              <a:gd name="adj" fmla="val 6000"/>
            </a:avLst>
          </a:prstGeom>
          <a:solidFill>
            <a:srgbClr val="0000B3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TextBox 1007"/>
          <p:cNvSpPr txBox="1"/>
          <p:nvPr/>
        </p:nvSpPr>
        <p:spPr>
          <a:xfrm>
            <a:off x="8169480" y="2130000"/>
            <a:ext cx="3173080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00">
                <a:solidFill>
                  <a:srgbClr val="618BFF"/>
                </a:solidFill>
                <a:latin typeface="Arial"/>
              </a:rPr>
              <a:t>AI-ASSISTED</a:t>
            </a:r>
          </a:p>
          <a:p>
            <a:pPr algn="l">
              <a:spcBef>
                <a:spcPts val="600"/>
              </a:spcBef>
            </a:pPr>
            <a:r>
              <a:rPr sz="3200" b="1" i="0">
                <a:solidFill>
                  <a:srgbClr val="FFFFFF"/>
                </a:solidFill>
                <a:latin typeface="Arial"/>
              </a:rPr>
              <a:t>&lt; 1 day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D8E0FF"/>
                </a:solidFill>
                <a:latin typeface="DM Sans"/>
              </a:rPr>
              <a:t>even at 100 test cases*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7929480" y="4120000"/>
            <a:ext cx="3653080" cy="88000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TextBox 1009"/>
          <p:cNvSpPr txBox="1"/>
          <p:nvPr/>
        </p:nvSpPr>
        <p:spPr>
          <a:xfrm>
            <a:off x="8169480" y="4320000"/>
            <a:ext cx="317308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DM Sans"/>
              </a:rPr>
              <a:t>*Projected from the pilot run's pace. Setting up the workspace and AI session is a small, mostly fixed cost — so adding more test cases adds only a little more time.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609480" y="5220000"/>
            <a:ext cx="1097308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66666"/>
                </a:solidFill>
                <a:latin typeface="DM Sans"/>
              </a:rPr>
              <a:t>Manual estimate: ~0.5 engineer-day per test case, typical for locator discovery, scripting, and wiring. AI-assisted figures are extrapolated from a single pilot (2 test cases, 1 application) — confirming this holds at full scale is a near-term priority, not yet proven.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3280" y="520000"/>
            <a:ext cx="1097308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E08200"/>
                </a:solidFill>
                <a:latin typeface="Arial"/>
              </a:rPr>
              <a:t>MOMENTUM</a:t>
            </a:r>
          </a:p>
        </p:txBody>
      </p:sp>
      <p:sp>
        <p:nvSpPr>
          <p:cNvPr id="1004" name="Title"/>
          <p:cNvSpPr>
            <a:spLocks noGrp="1"/>
          </p:cNvSpPr>
          <p:nvPr>
            <p:ph type="title"/>
          </p:nvPr>
        </p:nvSpPr>
        <p:spPr>
          <a:xfrm>
            <a:off x="233280" y="780000"/>
            <a:ext cx="11958120" cy="5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Built. Proven. Ready to Scale.</a:t>
            </a:r>
            <a:endParaRPr b="0" lang="en-US" sz="22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1005" name="Rounded Rectangle 1004"/>
          <p:cNvSpPr/>
          <p:nvPr/>
        </p:nvSpPr>
        <p:spPr>
          <a:xfrm>
            <a:off x="233280" y="1325000"/>
            <a:ext cx="620000" cy="3400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TextBox 1005"/>
          <p:cNvSpPr txBox="1"/>
          <p:nvPr/>
        </p:nvSpPr>
        <p:spPr>
          <a:xfrm>
            <a:off x="609480" y="1420000"/>
            <a:ext cx="1097308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DM Sans"/>
              </a:rPr>
              <a:t>Phase 1 is done — here's the 90-day path forward, and exactly where it's currently stuck.</a:t>
            </a:r>
          </a:p>
        </p:txBody>
      </p:sp>
      <p:sp>
        <p:nvSpPr>
          <p:cNvPr id="1007" name="Rounded Rectangle 1006"/>
          <p:cNvSpPr/>
          <p:nvPr/>
        </p:nvSpPr>
        <p:spPr>
          <a:xfrm>
            <a:off x="609480" y="1980000"/>
            <a:ext cx="2330770" cy="215000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Rounded Rectangle 1007"/>
          <p:cNvSpPr/>
          <p:nvPr/>
        </p:nvSpPr>
        <p:spPr>
          <a:xfrm>
            <a:off x="769480" y="2170000"/>
            <a:ext cx="2010770" cy="360000"/>
          </a:xfrm>
          <a:prstGeom prst="roundRect">
            <a:avLst>
              <a:gd name="adj" fmla="val 50000"/>
            </a:avLst>
          </a:prstGeom>
          <a:solidFill>
            <a:srgbClr val="12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0000" rIns="7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COMPLETE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779480" y="2640000"/>
            <a:ext cx="199077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00B3"/>
                </a:solidFill>
                <a:latin typeface="Arial"/>
              </a:rPr>
              <a:t>Foundation Built &amp; Proven</a:t>
            </a:r>
          </a:p>
        </p:txBody>
      </p:sp>
      <p:sp>
        <p:nvSpPr>
          <p:cNvPr id="1010" name="TextBox 1009"/>
          <p:cNvSpPr txBox="1"/>
          <p:nvPr/>
        </p:nvSpPr>
        <p:spPr>
          <a:xfrm>
            <a:off x="779480" y="3120000"/>
            <a:ext cx="1990770" cy="8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222222"/>
                </a:solidFill>
                <a:latin typeface="DM Sans"/>
              </a:rPr>
              <a:t>•  Engine built — CLI + API</a:t>
            </a:r>
          </a:p>
          <a:p>
            <a:pPr algn="l">
              <a:spcBef>
                <a:spcPts val="800"/>
              </a:spcBef>
            </a:pPr>
            <a:r>
              <a:rPr sz="980" b="0" i="0">
                <a:solidFill>
                  <a:srgbClr val="222222"/>
                </a:solidFill>
                <a:latin typeface="DM Sans"/>
              </a:rPr>
              <a:t>•  Validated on a real pilot</a:t>
            </a:r>
          </a:p>
        </p:txBody>
      </p:sp>
      <p:sp>
        <p:nvSpPr>
          <p:cNvPr id="1011" name="Octagon 1010"/>
          <p:cNvSpPr/>
          <p:nvPr/>
        </p:nvSpPr>
        <p:spPr>
          <a:xfrm>
            <a:off x="3055250" y="2695000"/>
            <a:ext cx="720000" cy="720000"/>
          </a:xfrm>
          <a:prstGeom prst="octagon">
            <a:avLst/>
          </a:prstGeom>
          <a:solidFill>
            <a:srgbClr val="FFA50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BLOCKED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2115250" y="4270000"/>
            <a:ext cx="2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B56300"/>
                </a:solidFill>
                <a:latin typeface="Arial"/>
              </a:rPr>
              <a:t>Awaiting Chromosome AI access</a:t>
            </a:r>
          </a:p>
        </p:txBody>
      </p:sp>
      <p:sp>
        <p:nvSpPr>
          <p:cNvPr id="1013" name="Rounded Rectangle 1012"/>
          <p:cNvSpPr/>
          <p:nvPr/>
        </p:nvSpPr>
        <p:spPr>
          <a:xfrm>
            <a:off x="3890250" y="1980000"/>
            <a:ext cx="2330770" cy="215000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Rounded Rectangle 1013"/>
          <p:cNvSpPr/>
          <p:nvPr/>
        </p:nvSpPr>
        <p:spPr>
          <a:xfrm>
            <a:off x="4050250" y="2170000"/>
            <a:ext cx="2010770" cy="36000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0000" rIns="7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1–30</a:t>
            </a:r>
          </a:p>
        </p:txBody>
      </p:sp>
      <p:sp>
        <p:nvSpPr>
          <p:cNvPr id="1015" name="TextBox 1014"/>
          <p:cNvSpPr txBox="1"/>
          <p:nvPr/>
        </p:nvSpPr>
        <p:spPr>
          <a:xfrm>
            <a:off x="4060250" y="2640000"/>
            <a:ext cx="199077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00B3"/>
                </a:solidFill>
                <a:latin typeface="Arial"/>
              </a:rPr>
              <a:t>Unblock &amp; Prove It Live</a:t>
            </a:r>
          </a:p>
        </p:txBody>
      </p:sp>
      <p:sp>
        <p:nvSpPr>
          <p:cNvPr id="1016" name="TextBox 1015"/>
          <p:cNvSpPr txBox="1"/>
          <p:nvPr/>
        </p:nvSpPr>
        <p:spPr>
          <a:xfrm>
            <a:off x="4060250" y="3120000"/>
            <a:ext cx="1990770" cy="8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222222"/>
                </a:solidFill>
                <a:latin typeface="DM Sans"/>
              </a:rPr>
              <a:t>•  Get Chromosome AI access</a:t>
            </a:r>
          </a:p>
          <a:p>
            <a:pPr algn="l">
              <a:spcBef>
                <a:spcPts val="800"/>
              </a:spcBef>
            </a:pPr>
            <a:r>
              <a:rPr sz="980" b="0" i="0">
                <a:solidFill>
                  <a:srgbClr val="222222"/>
                </a:solidFill>
                <a:latin typeface="DM Sans"/>
              </a:rPr>
              <a:t>•  First live stakeholder demo</a:t>
            </a:r>
          </a:p>
        </p:txBody>
      </p:sp>
      <p:sp>
        <p:nvSpPr>
          <p:cNvPr id="1017" name="Right Arrow 1016"/>
          <p:cNvSpPr/>
          <p:nvPr/>
        </p:nvSpPr>
        <p:spPr>
          <a:xfrm>
            <a:off x="6261020" y="2925000"/>
            <a:ext cx="270000" cy="260000"/>
          </a:xfrm>
          <a:prstGeom prst="rightArrow">
            <a:avLst/>
          </a:prstGeom>
          <a:solidFill>
            <a:srgbClr val="D8D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Rounded Rectangle 1017"/>
          <p:cNvSpPr/>
          <p:nvPr/>
        </p:nvSpPr>
        <p:spPr>
          <a:xfrm>
            <a:off x="6571020" y="1980000"/>
            <a:ext cx="2330770" cy="215000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Rounded Rectangle 1018"/>
          <p:cNvSpPr/>
          <p:nvPr/>
        </p:nvSpPr>
        <p:spPr>
          <a:xfrm>
            <a:off x="6731020" y="2170000"/>
            <a:ext cx="2010770" cy="360000"/>
          </a:xfrm>
          <a:prstGeom prst="roundRect">
            <a:avLst>
              <a:gd name="adj" fmla="val 50000"/>
            </a:avLst>
          </a:prstGeom>
          <a:solidFill>
            <a:srgbClr val="3D5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0000" rIns="7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31–60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6741020" y="2640000"/>
            <a:ext cx="199077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00B3"/>
                </a:solidFill>
                <a:latin typeface="Arial"/>
              </a:rPr>
              <a:t>Harden the Core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6741020" y="3120000"/>
            <a:ext cx="1990770" cy="8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222222"/>
                </a:solidFill>
                <a:latin typeface="DM Sans"/>
              </a:rPr>
              <a:t>•  Live-app locator verification</a:t>
            </a:r>
          </a:p>
          <a:p>
            <a:pPr algn="l">
              <a:spcBef>
                <a:spcPts val="800"/>
              </a:spcBef>
            </a:pPr>
            <a:r>
              <a:rPr sz="980" b="0" i="0">
                <a:solidFill>
                  <a:srgbClr val="222222"/>
                </a:solidFill>
                <a:latin typeface="DM Sans"/>
              </a:rPr>
              <a:t>•  Secure credential handling</a:t>
            </a:r>
          </a:p>
        </p:txBody>
      </p:sp>
      <p:sp>
        <p:nvSpPr>
          <p:cNvPr id="1022" name="Right Arrow 1021"/>
          <p:cNvSpPr/>
          <p:nvPr/>
        </p:nvSpPr>
        <p:spPr>
          <a:xfrm>
            <a:off x="8941790" y="2925000"/>
            <a:ext cx="270000" cy="260000"/>
          </a:xfrm>
          <a:prstGeom prst="rightArrow">
            <a:avLst/>
          </a:prstGeom>
          <a:solidFill>
            <a:srgbClr val="D8D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Rounded Rectangle 1022"/>
          <p:cNvSpPr/>
          <p:nvPr/>
        </p:nvSpPr>
        <p:spPr>
          <a:xfrm>
            <a:off x="9251790" y="1980000"/>
            <a:ext cx="2330770" cy="215000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Rounded Rectangle 1023"/>
          <p:cNvSpPr/>
          <p:nvPr/>
        </p:nvSpPr>
        <p:spPr>
          <a:xfrm>
            <a:off x="9411790" y="2170000"/>
            <a:ext cx="2010770" cy="360000"/>
          </a:xfrm>
          <a:prstGeom prst="roundRect">
            <a:avLst>
              <a:gd name="adj" fmla="val 50000"/>
            </a:avLst>
          </a:prstGeom>
          <a:solidFill>
            <a:srgbClr val="00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0000" rIns="7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61–90</a:t>
            </a:r>
          </a:p>
        </p:txBody>
      </p:sp>
      <p:sp>
        <p:nvSpPr>
          <p:cNvPr id="1025" name="TextBox 1024"/>
          <p:cNvSpPr txBox="1"/>
          <p:nvPr/>
        </p:nvSpPr>
        <p:spPr>
          <a:xfrm>
            <a:off x="9421790" y="2640000"/>
            <a:ext cx="199077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00B3"/>
                </a:solidFill>
                <a:latin typeface="Arial"/>
              </a:rPr>
              <a:t>Scale to Production</a:t>
            </a:r>
          </a:p>
        </p:txBody>
      </p:sp>
      <p:sp>
        <p:nvSpPr>
          <p:cNvPr id="1026" name="TextBox 1025"/>
          <p:cNvSpPr txBox="1"/>
          <p:nvPr/>
        </p:nvSpPr>
        <p:spPr>
          <a:xfrm>
            <a:off x="9421790" y="3120000"/>
            <a:ext cx="1990770" cy="8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222222"/>
                </a:solidFill>
                <a:latin typeface="DM Sans"/>
              </a:rPr>
              <a:t>•  Ship the web dashboard</a:t>
            </a:r>
          </a:p>
          <a:p>
            <a:pPr algn="l">
              <a:spcBef>
                <a:spcPts val="800"/>
              </a:spcBef>
            </a:pPr>
            <a:r>
              <a:rPr sz="980" b="0" i="0">
                <a:solidFill>
                  <a:srgbClr val="222222"/>
                </a:solidFill>
                <a:latin typeface="DM Sans"/>
              </a:rPr>
              <a:t>•  Onboard first production team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609480" y="4830000"/>
            <a:ext cx="109730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666666"/>
                </a:solidFill>
                <a:latin typeface="DM Sans"/>
              </a:rPr>
              <a:t>Everything from Day 1 onward is ready to move the moment that one gate opens.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3280" y="520000"/>
            <a:ext cx="1097308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E08200"/>
                </a:solidFill>
                <a:latin typeface="Arial"/>
              </a:rPr>
              <a:t>WHAT'S NEXT</a:t>
            </a:r>
          </a:p>
        </p:txBody>
      </p:sp>
      <p:sp>
        <p:nvSpPr>
          <p:cNvPr id="1005" name="Title"/>
          <p:cNvSpPr>
            <a:spLocks noGrp="1"/>
          </p:cNvSpPr>
          <p:nvPr>
            <p:ph type="title"/>
          </p:nvPr>
        </p:nvSpPr>
        <p:spPr>
          <a:xfrm>
            <a:off x="233280" y="780000"/>
            <a:ext cx="11958120" cy="5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Current Blocker &amp; Next Steps</a:t>
            </a:r>
            <a:endParaRPr b="0" lang="en-US" sz="2200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1006" name="Rounded Rectangle 1005"/>
          <p:cNvSpPr/>
          <p:nvPr/>
        </p:nvSpPr>
        <p:spPr>
          <a:xfrm>
            <a:off x="233280" y="1325000"/>
            <a:ext cx="620000" cy="3400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TextBox 1006"/>
          <p:cNvSpPr txBox="1"/>
          <p:nvPr/>
        </p:nvSpPr>
        <p:spPr>
          <a:xfrm>
            <a:off x="609480" y="1420000"/>
            <a:ext cx="1097308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DM Sans"/>
              </a:rPr>
              <a:t>What's stopping a live demo today, and the concrete path to unblock it.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609480" y="1900000"/>
            <a:ext cx="5311540" cy="360000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 w="9525">
            <a:solidFill>
              <a:srgbClr val="FFA500"/>
            </a:solidFill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Oval 1008"/>
          <p:cNvSpPr/>
          <p:nvPr/>
        </p:nvSpPr>
        <p:spPr>
          <a:xfrm>
            <a:off x="809480" y="2050000"/>
            <a:ext cx="560000" cy="560000"/>
          </a:xfrm>
          <a:prstGeom prst="ellipse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010" name="TextBox 1009"/>
          <p:cNvSpPr txBox="1"/>
          <p:nvPr/>
        </p:nvSpPr>
        <p:spPr>
          <a:xfrm>
            <a:off x="1459480" y="2120000"/>
            <a:ext cx="4211540" cy="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6300"/>
                </a:solidFill>
                <a:latin typeface="Arial"/>
              </a:rPr>
              <a:t>Current Blocker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909480" y="2750000"/>
            <a:ext cx="4711540" cy="2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DM Sans"/>
              </a:rPr>
              <a:t>•  The AI capability we use today comes from Anthropic (the company behind Claude) and needs an approved API key to run</a:t>
            </a:r>
          </a:p>
          <a:p>
            <a:pPr algn="l">
              <a:spcBef>
                <a:spcPts val="1400"/>
              </a:spcBef>
            </a:pPr>
            <a:r>
              <a:rPr sz="1150" b="0" i="0">
                <a:solidFill>
                  <a:srgbClr val="222222"/>
                </a:solidFill>
                <a:latin typeface="DM Sans"/>
              </a:rPr>
              <a:t>•  That key isn't approved for use on the org network yet — so even this working platform can't be demoed live to stakeholders today</a:t>
            </a:r>
          </a:p>
          <a:p>
            <a:pPr algn="l">
              <a:spcBef>
                <a:spcPts val="1400"/>
              </a:spcBef>
            </a:pPr>
            <a:r>
              <a:rPr sz="1150" b="0" i="0">
                <a:solidFill>
                  <a:srgbClr val="222222"/>
                </a:solidFill>
                <a:latin typeface="DM Sans"/>
              </a:rPr>
              <a:t>•  We're evaluating Chromosome AI, the org's own in-house AI platform, as a direct swap for that one piece — access request is in progress</a:t>
            </a:r>
          </a:p>
        </p:txBody>
      </p:sp>
      <p:sp>
        <p:nvSpPr>
          <p:cNvPr id="1012" name="Rounded Rectangle 1011"/>
          <p:cNvSpPr/>
          <p:nvPr/>
        </p:nvSpPr>
        <p:spPr>
          <a:xfrm>
            <a:off x="6271020" y="1900000"/>
            <a:ext cx="5311540" cy="360000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/>
          <a:effectLst>
            <a:outerShdw blurRad="90000" dist="28000" dir="540000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TextBox 1012"/>
          <p:cNvSpPr txBox="1"/>
          <p:nvPr/>
        </p:nvSpPr>
        <p:spPr>
          <a:xfrm>
            <a:off x="6571020" y="2120000"/>
            <a:ext cx="4711540" cy="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B3"/>
                </a:solidFill>
                <a:latin typeface="Arial"/>
              </a:rPr>
              <a:t>Next Steps</a:t>
            </a:r>
          </a:p>
        </p:txBody>
      </p:sp>
      <p:cxnSp>
        <p:nvCxnSpPr>
          <p:cNvPr id="1014" name="Connector 1013"/>
          <p:cNvCxnSpPr/>
          <p:nvPr/>
        </p:nvCxnSpPr>
        <p:spPr>
          <a:xfrm>
            <a:off x="6891020" y="3000000"/>
            <a:ext cx="0" cy="1720000"/>
          </a:xfrm>
          <a:prstGeom prst="line">
            <a:avLst/>
          </a:prstGeom>
          <a:ln w="25400">
            <a:solidFill>
              <a:srgbClr val="D8DC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5" name="Oval 1014"/>
          <p:cNvSpPr/>
          <p:nvPr/>
        </p:nvSpPr>
        <p:spPr>
          <a:xfrm>
            <a:off x="6651020" y="2760000"/>
            <a:ext cx="480000" cy="480000"/>
          </a:xfrm>
          <a:prstGeom prst="ellipse">
            <a:avLst/>
          </a:prstGeom>
          <a:solidFill>
            <a:srgbClr val="00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16" name="TextBox 1015"/>
          <p:cNvSpPr txBox="1"/>
          <p:nvPr/>
        </p:nvSpPr>
        <p:spPr>
          <a:xfrm>
            <a:off x="7291020" y="2800000"/>
            <a:ext cx="399154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00B3"/>
                </a:solidFill>
                <a:latin typeface="Arial"/>
              </a:rPr>
              <a:t>Get Chromosome AI access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DM Sans"/>
              </a:rPr>
              <a:t>Confirm it can do the same job — read and write files, run commands, and fix its own mistakes</a:t>
            </a:r>
          </a:p>
        </p:txBody>
      </p:sp>
      <p:sp>
        <p:nvSpPr>
          <p:cNvPr id="1017" name="Oval 1016"/>
          <p:cNvSpPr/>
          <p:nvPr/>
        </p:nvSpPr>
        <p:spPr>
          <a:xfrm>
            <a:off x="6651020" y="3620000"/>
            <a:ext cx="480000" cy="480000"/>
          </a:xfrm>
          <a:prstGeom prst="ellipse">
            <a:avLst/>
          </a:prstGeom>
          <a:solidFill>
            <a:srgbClr val="00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7291020" y="3660000"/>
            <a:ext cx="399154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00B3"/>
                </a:solidFill>
                <a:latin typeface="Arial"/>
              </a:rPr>
              <a:t>Swap the AI engine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DM Sans"/>
              </a:rPr>
              <a:t>Replace just that one piece — everything else about the platform stays exactly the same</a:t>
            </a:r>
          </a:p>
        </p:txBody>
      </p:sp>
      <p:sp>
        <p:nvSpPr>
          <p:cNvPr id="1019" name="Oval 1018"/>
          <p:cNvSpPr/>
          <p:nvPr/>
        </p:nvSpPr>
        <p:spPr>
          <a:xfrm>
            <a:off x="6651020" y="4480000"/>
            <a:ext cx="480000" cy="480000"/>
          </a:xfrm>
          <a:prstGeom prst="ellipse">
            <a:avLst/>
          </a:prstGeom>
          <a:solidFill>
            <a:srgbClr val="00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7291020" y="4520000"/>
            <a:ext cx="399154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00B3"/>
                </a:solidFill>
                <a:latin typeface="Arial"/>
              </a:rPr>
              <a:t>Demo, then keep building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DM Sans"/>
              </a:rPr>
              <a:t>Run a live demo for stakeholders, then add a proper web dashboard so anyone on the team can submit requests and track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BFBE307A9FB147A13B995E92F26744" ma:contentTypeVersion="11" ma:contentTypeDescription="Create a new document." ma:contentTypeScope="" ma:versionID="5ad6d162a92ed5c1a71064a91088576c">
  <xsd:schema xmlns:xsd="http://www.w3.org/2001/XMLSchema" xmlns:xs="http://www.w3.org/2001/XMLSchema" xmlns:p="http://schemas.microsoft.com/office/2006/metadata/properties" xmlns:ns3="cc18b26c-bbac-43d3-83e9-970a571d42ca" targetNamespace="http://schemas.microsoft.com/office/2006/metadata/properties" ma:root="true" ma:fieldsID="608b2d3e19c73849ce631f3bc6de4937" ns3:_="">
    <xsd:import namespace="cc18b26c-bbac-43d3-83e9-970a571d42c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18b26c-bbac-43d3-83e9-970a571d42c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18b26c-bbac-43d3-83e9-970a571d42ca" xsi:nil="true"/>
  </documentManagement>
</p:properties>
</file>

<file path=customXml/itemProps1.xml><?xml version="1.0" encoding="utf-8"?>
<ds:datastoreItem xmlns:ds="http://schemas.openxmlformats.org/officeDocument/2006/customXml" ds:itemID="{F36415E4-9000-456E-9B51-7C979AEF523C}">
  <ds:schemaRefs>
    <ds:schemaRef ds:uri="cc18b26c-bbac-43d3-83e9-970a571d42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9B12F0C-6342-4EBC-AD4A-9AF729C526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3CA696-2BAE-4A12-9207-3569762EAEA9}">
  <ds:schemaRefs>
    <ds:schemaRef ds:uri="cc18b26c-bbac-43d3-83e9-970a571d42c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LibreOffice/24.2.0.3$Windows_X86_64 LibreOffice_project/da48488a73ddd66ea24cf16bbc4f7b9c08e9bea1</Application>
  <AppVersion>15.0000</AppVersion>
  <Company>Jaguar Land Rover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2026-06-05T10:02:29Z</dcterms:created>
  <dc:creator>Venkatesh, B.S </dc:creator>
  <dc:description/>
  <dc:language>en-US</dc:language>
  <cp:lastModifiedBy/>
  <dcterms:modified xsi:type="dcterms:W3CDTF">2026-08-23T21:07:07Z</dcterms:modified>
  <cp:revision>224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0x01010070BFBE307A9FB147A13B995E92F26744</vt:lpwstr>
  </property>
  <property fmtid="{D5CDD505-2E9C-101B-9397-08002B2CF9AE}" pid="3" name="MSIP_Label_289eaf13-f528-470e-bf6b-38b666617431_ActionId">
    <vt:lpwstr>c98e7eb1-4dcc-4e48-b441-e37401ffee54</vt:lpwstr>
  </property>
  <property fmtid="{D5CDD505-2E9C-101B-9397-08002B2CF9AE}" pid="4" name="MSIP_Label_289eaf13-f528-470e-bf6b-38b666617431_ContentBits">
    <vt:lpwstr>0</vt:lpwstr>
  </property>
  <property fmtid="{D5CDD505-2E9C-101B-9397-08002B2CF9AE}" pid="5" name="MSIP_Label_289eaf13-f528-470e-bf6b-38b666617431_Enabled">
    <vt:lpwstr>true</vt:lpwstr>
  </property>
  <property fmtid="{D5CDD505-2E9C-101B-9397-08002B2CF9AE}" pid="6" name="MSIP_Label_289eaf13-f528-470e-bf6b-38b666617431_Method">
    <vt:lpwstr>Standard</vt:lpwstr>
  </property>
  <property fmtid="{D5CDD505-2E9C-101B-9397-08002B2CF9AE}" pid="7" name="MSIP_Label_289eaf13-f528-470e-bf6b-38b666617431_Name">
    <vt:lpwstr>Proprietary</vt:lpwstr>
  </property>
  <property fmtid="{D5CDD505-2E9C-101B-9397-08002B2CF9AE}" pid="8" name="MSIP_Label_289eaf13-f528-470e-bf6b-38b666617431_SetDate">
    <vt:lpwstr>2026-06-05T10:02:29Z</vt:lpwstr>
  </property>
  <property fmtid="{D5CDD505-2E9C-101B-9397-08002B2CF9AE}" pid="9" name="MSIP_Label_289eaf13-f528-470e-bf6b-38b666617431_SiteId">
    <vt:lpwstr>4c087f80-1e07-4f72-9e41-d7d9748d0f4c</vt:lpwstr>
  </property>
  <property fmtid="{D5CDD505-2E9C-101B-9397-08002B2CF9AE}" pid="10" name="MSIP_Label_289eaf13-f528-470e-bf6b-38b666617431_Tag">
    <vt:lpwstr>10, 3, 0, 1</vt:lpwstr>
  </property>
  <property fmtid="{D5CDD505-2E9C-101B-9397-08002B2CF9AE}" pid="11" name="PresentationFormat">
    <vt:lpwstr>Widescreen</vt:lpwstr>
  </property>
  <property fmtid="{D5CDD505-2E9C-101B-9397-08002B2CF9AE}" pid="12" name="Slides">
    <vt:i4>5</vt:i4>
  </property>
</Properties>
</file>